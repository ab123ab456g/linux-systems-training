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Phase 3｜建置與擴充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B6B7E"/>
                </a:solidFill>
                <a:latin typeface="Arial"/>
              </a:rPr>
              <a:t>Plan / Prepare / Create / Configure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目標：形成可教、可練、可驗證、可回復的 Linux 操作流程。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1/60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本次大綱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故事背景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指令組合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Lab / Scenario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/ Rollback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交付物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能規劃新服務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能配置 user/storage/service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能整合既有 App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能處理建置失敗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教學節奏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先給場景，再給指令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先讀狀態，再做變更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每一段都要 verify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最後必須 rollback/reset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安全邊界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危險操作優先在 runtime sandbox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真實 user/systemd/firewall 需明確確認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每次變更前先保存 before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資料與檔案位置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phase*/labs 或 phase*/scenarios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common/report-app 與 common/report-worker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runtime/ 保存訓練狀態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tests/ 驗證腳本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Workflow 主流程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Plan / Prepare / Create / Configure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7/60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123444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Read Existing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7088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93392" y="2194560"/>
            <a:ext cx="123444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94560"/>
            <a:ext cx="123444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1456" y="2194560"/>
            <a:ext cx="123444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3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94560"/>
            <a:ext cx="123444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Configure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194560"/>
            <a:ext cx="1234440" cy="7315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2194560"/>
            <a:ext cx="1234440" cy="7315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每一步都要留下可驗證證據；失敗要能 rollback/reset。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系統故事與服務關係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8/60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19456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Linux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63040"/>
            <a:ext cx="228600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App :8080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463040"/>
            <a:ext cx="2286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Worker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108960"/>
            <a:ext cx="292608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 / Logs / Config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108960"/>
            <a:ext cx="246888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Scripts /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同一套 Report 系統從接手、故障、建置、維運、恢復、效能、安全一路延伸。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核心指令地圖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9/60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useradd groupadd usermod id
apt update install policy
mkdir touch cp chmod chown
lsblk mkfs mount fstab
ip route ping curl
resolvectl dig hosts
git clone cp artifact
systemctl daemon-reload status
ss curl nc
EnvironmentFile .env printenv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完成標準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能說明目前狀態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能指出風險與下一步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能完成操作與驗證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能回復到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能留下報告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User /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場景：User / group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User / group
useradd groupadd usermod id
# record evidence
echo result &gt;&gt; runtime/reports/...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User / group：指令與驗證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useradd groupadd usermod id
./verify.sh
./rollback.sh  # if needed
./reset.sh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場景：Packages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Packages
apt update install policy
# record evidence
echo result &gt;&gt; runtime/reports/...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Packages：指令與驗證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apt update install policy
./verify.sh
./rollback.sh  # if needed
./reset.sh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Directory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場景：Directory layout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Directory layout
mkdir touch cp chmod chown
# record evidence
echo result &gt;&gt; runtime/reports/...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Directory layout：指令與驗證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mkdir touch cp chmod chown
./verify.sh
./rollback.sh  # if needed
./reset.sh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Storage /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場景：Storage / mount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Storage / mount
lsblk mkfs mount fstab
# record evidence
echo result &gt;&gt; runtime/reports/...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Storage / mount：指令與驗證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lsblk mkfs mount fstab
./verify.sh
./rollback.sh  # if needed
./reset.sh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19/60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場景：Network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Network
ip route ping curl
# record evidence
echo result &gt;&gt; runtime/reports/...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Network：指令與驗證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ip route ping curl
./verify.sh
./rollback.sh  # if needed
./reset.sh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場景：DNS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DNS
resolvectl dig hosts
# record evidence
echo result &gt;&gt; runtime/reports/...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resolvectl dig hosts
./verify.sh
./rollback.sh  # if needed
./reset.sh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Deploy Worker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場景：Deploy Worker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Deploy Worker
git clone cp artifact
# record evidence
echo result &gt;&gt; runtime/reports/...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Deploy Worker：指令與驗證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git clone cp artifact
./verify.sh
./rollback.sh  # if needed
./reset.sh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systemd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場景：systemd service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systemd service
systemctl daemon-reload status
# record evidence
echo result &gt;&gt; runtime/reports/...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systemd service：指令與驗證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daemon-reload status
./verify.sh
./rollback.sh  # if needed
./reset.sh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/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場景：Port / health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Port / health
ss curl nc
# record evidence
echo result &gt;&gt; runtime/reports/...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/ health：指令與驗證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ss curl nc
./verify.sh
./rollback.sh  # if needed
./reset.sh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29/60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場景：Environment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Environment
EnvironmentFile .env printenv
# record evidence
echo result &gt;&gt; runtime/reports/...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Environment：指令與驗證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EnvironmentFile .env printenv
./verify.sh
./rollback.sh  # if needed
./reset.sh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Timer /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場景：Timer / schedule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Timer / schedule
systemctl timer list-timers
# record evidence
echo result &gt;&gt; runtime/reports/...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Timer / schedule：指令與驗證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timer list-timers
./verify.sh
./rollback.sh  # if needed
./reset.sh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場景：Logging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Logging
journalctl logrotate tail
# record evidence
echo result &gt;&gt; runtime/reports/...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Logging：指令與驗證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journalctl logrotate tail
./verify.sh
./rollback.sh  # if needed
./reset.sh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Firewall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場景：Firewall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Firewall
ufw nft rules
# record evidence
echo result &gt;&gt; runtime/reports/...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Firewall：指令與驗證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ufw nft rules
./verify.sh
./rollback.sh  # if needed
./reset.sh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Start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場景：Start service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Start service
systemctl start restart
# record evidence
echo result &gt;&gt; runtime/reports/...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Start service：指令與驗證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start restart
./verify.sh
./rollback.sh  # if needed
./reset.sh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Service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39/60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場景：Service verification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Service verification
curl /health app test
# record evidence
echo result &gt;&gt; runtime/reports/...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Service verification：指令與驗證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curl /health app test
./verify.sh
./rollback.sh  # if needed
./reset.sh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Auto-start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場景：Auto-start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Auto-start
systemctl enable is-enabled
# record evidence
echo result &gt;&gt; runtime/reports/...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Auto-start：指令與驗證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enable is-enabled
./verify.sh
./rollback.sh  # if needed
./reset.sh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Recovery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場景：Recovery plan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Recovery plan
backup rollback script
# record evidence
echo result &gt;&gt; runtime/reports/...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Recovery plan：指令與驗證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backup rollback script
./verify.sh
./rollback.sh  # if needed
./reset.sh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User /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場景：User / group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User / group
useradd groupadd usermod id
# record evidence
echo result &gt;&gt; runtime/reports/...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User / group：指令與驗證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useradd groupadd usermod id
./verify.sh
./rollback.sh  # if needed
./reset.sh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場景：Packages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Packages
apt update install policy
# record evidence
echo result &gt;&gt; runtime/reports/...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Packages：指令與驗證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apt update install policy
./verify.sh
./rollback.sh  # if needed
./reset.sh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Directory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49/60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場景：Directory layout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Directory layout
mkdir touch cp chmod chown
# record evidence
echo result &gt;&gt; runtime/reports/...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Directory layout：指令與驗證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mkdir touch cp chmod chown
./verify.sh
./rollback.sh  # if needed
./reset.sh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Lab 操作規則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每次先跑 prepare /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學生自己下指令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verify.sh 只驗結果，不替學生操作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reset.sh 回到可重練狀態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常見錯誤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只看一個指標就下結論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沒有保存 before state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修完沒有做功能驗證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 沒有實際測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教師檢查點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能解釋輸出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能說明下一步判斷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能區分症狀與原因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能完成紀錄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學生交付物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指令紀錄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狀態截圖/文字輸出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rollback/reset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最終報告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與前後 Phase 的關係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3 是整套主幹的一層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前面能力會被重複使用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後面 Phase 會增加範圍與複雜度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給一個未知狀態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要求學生列出觀察順序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要求說明每一步為何需要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給一個變更需求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要求學生寫 plan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要求列出 verify/rollback 條件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給一個錯誤結果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要求學生判斷要診斷、回復或重做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 Phase 總結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59/60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App 正常運作，在不中斷原服務前提下新增 Report Worker。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核心不是背指令，而是形成可驗證流程。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建置與擴充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3 · 60/60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進入下一個 Phase 前，先確認本 Phase 能獨立完成。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