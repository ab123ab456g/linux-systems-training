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Phase 2｜故障診斷與修復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B6B7E"/>
                </a:solidFill>
                <a:latin typeface="Arial"/>
              </a:rPr>
              <a:t>Detect / Inspect / Isolate /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Report App 被注入故障，學生從症狀追到 root cause，修復並驗證。</a:t>
            </a:r>
          </a:p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目標：形成可教、可練、可驗證、可回復的 Linux 操作流程。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1/60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本次大綱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故事背景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Workflow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指令組合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Lab / Scenario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/ Rollback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交付物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能從症狀分層定位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能讀 log 與狀態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能做最小修復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 reset / rollback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教學節奏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先給場景，再給指令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先讀狀態，再做變更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每一段都要 verify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最後必須 rollback/reset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安全邊界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危險操作優先在 runtime sandbox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真實 user/systemd/firewall 需明確確認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每次變更前先保存 before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資料與檔案位置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phase*/labs 或 phase*/scenarios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common/report-app 與 common/report-worker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runtime/ 保存訓練狀態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tests/ 驗證腳本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Workflow 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Detect / Inspect / Isolate /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7/60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234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2194560"/>
            <a:ext cx="123444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123444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2194560"/>
            <a:ext cx="1234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Isolate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3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194560"/>
            <a:ext cx="123444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94560"/>
            <a:ext cx="1234440" cy="7315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2194560"/>
            <a:ext cx="123444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Report App 被注入故障，學生從症狀追到 root cause，修復並驗證。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每一步都要留下可驗證證據；失敗要能 rollback/reset。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系統故事與服務關係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8/60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945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Linux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2860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App 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228600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108960"/>
            <a:ext cx="29260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/ Logs /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4688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Scripts /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同一套 Report 系統從接手、故障、建置、維運、恢復、效能、安全一路延伸。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核心指令地圖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常用指令搭配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9/60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600">
                <a:solidFill>
                  <a:srgbClr val="E5E7EB"/>
                </a:solidFill>
                <a:latin typeface="Consolas"/>
              </a:rPr>
              <a:t>id ls -l stat getfacl journalctl
lspci -k lsusb dmesg lsmod
lsblk blkid findmnt mount fstab
df -h df -i fsck -n dmesg
ip addr link route neigh ping
resolvectl dig nslookup curl -v
ps pgrep pstree top lsof strace
systemctl status cat journalctl -u
ss -tulpn lsof -i fuser
top free vmstat iostat ps 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教學要求：說明每個指令的目的、輸出怎麼判斷、下一步如何決策。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完成標準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能說明目前狀態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能指出風險與下一步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能完成操作與驗證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能回復到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能留下報告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Permission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場景：Permission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Permission fault
id ls -l stat getfacl journalctl
# record evidence
echo result &gt;&gt; runtime/reports/...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Permission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id ls -l stat getfacl journalctl
./verify.sh
./rollback.sh  # if needed
./reset.sh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Hardware / driver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場景：Hardware / driver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Hardware / driver fault
lspci -k lsusb dmesg lsmod
# record evidence
echo result &gt;&gt; runtime/reports/...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Hardware / driver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lspci -k lsusb dmesg lsmod
./verify.sh
./rollback.sh  # if needed
./reset.sh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Storage / mount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場景：Storage / mount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Storage / mount fault
lsblk blkid findmnt mount fstab
# record evidence
echo result &gt;&gt; runtime/reports/...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Storage / mount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lsblk blkid findmnt mount fstab
./verify.sh
./rollback.sh  # if needed
./reset.sh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Filesystem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場景：Filesystem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Filesystem fault
df -h df -i fsck -n dmesg
# record evidence
echo result &gt;&gt; runtime/reports/...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Filesystem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df -h df -i fsck -n dmesg
./verify.sh
./rollback.sh  # if needed
./reset.sh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19/60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場景：Network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Network fault
ip addr link route neigh ping
# record evidence
echo result &gt;&gt; runtime/reports/...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ip addr link route neigh ping
./verify.sh
./rollback.sh  # if needed
./reset.sh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DNS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場景：DNS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DNS fault
resolvectl dig nslookup curl -v
# record evidence
echo result &gt;&gt; runtime/reports/...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DNS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resolvectl dig nslookup curl -v
./verify.sh
./rollback.sh  # if needed
./reset.sh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Process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場景：Process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Process fault
ps pgrep pstree top lsof strace
# record evidence
echo result &gt;&gt; runtime/reports/...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Process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ps pgrep pstree top lsof strace
./verify.sh
./rollback.sh  # if needed
./reset.sh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場景：Service failed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Service failed
systemctl status cat journalctl -u
# record evidence
echo result &gt;&gt; runtime/reports/...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failed：指令與驗證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status cat journalctl -u
./verify.sh
./rollback.sh  # if needed
./reset.sh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Port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場景：Port conflict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Port conflict
ss -tulpn lsof -i fuser
# record evidence
echo result &gt;&gt; runtime/reports/...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Port conflict：指令與驗證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ss -tulpn lsof -i fuser
./verify.sh
./rollback.sh  # if needed
./reset.sh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Resource exhaustion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29/60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場景：Resource exhaustion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Resource exhaustion
top free vmstat iostat ps aux
# record evidence
echo result &gt;&gt; runtime/reports/...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Resource exhaustion：指令與驗證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top free vmstat iostat ps aux
./verify.sh
./rollback.sh  # if needed
./reset.sh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場景：Log error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Log error
journalctl -p err -xe grep tail
# record evidence
echo result &gt;&gt; runtime/reports/...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 error：指令與驗證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journalctl -p err -xe grep tail
./verify.sh
./rollback.sh  # if needed
./reset.sh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Package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場景：Package dependency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Package dependency
apt policy dpkg -l ldd dpkg -S
# record evidence
echo result &gt;&gt; runtime/reports/...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Package dependency：指令與驗證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apt policy dpkg -l ldd dpkg -S
./verify.sh
./rollback.sh  # if needed
./reset.sh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Schedule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場景：Schedule failed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Schedule failed
crontab -l list-timers journalctl
# record evidence
echo result &gt;&gt; runtime/reports/...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Schedule failed：指令與驗證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crontab -l list-timers journalctl
./verify.sh
./rollback.sh  # if needed
./reset.sh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Environment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場景：Environment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Environment fault
env printenv type command -v
# record evidence
echo result &gt;&gt; runtime/reports/...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Environment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env printenv type command -v
./verify.sh
./rollback.sh  # if needed
./reset.sh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Firewall /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39/60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場景：Firewall / permission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Firewall / permission
ufw nft ss curl nc
# record evidence
echo result &gt;&gt; runtime/reports/...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Firewall / permission：指令與驗證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ufw nft ss curl nc
./verify.sh
./rollback.sh  # if needed
./reset.sh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Permission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場景：Permission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Permission fault
id ls -l stat getfacl journalctl
# record evidence
echo result &gt;&gt; runtime/reports/...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Permission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id ls -l stat getfacl journalctl
./verify.sh
./rollback.sh  # if needed
./reset.sh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Hardware / driver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場景：Hardware / driver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Hardware / driver fault
lspci -k lsusb dmesg lsmod
# record evidence
echo result &gt;&gt; runtime/reports/...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Hardware / driver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lspci -k lsusb dmesg lsmod
./verify.sh
./rollback.sh  # if needed
./reset.sh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Storage / mount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場景：Storage / mount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Storage / mount fault
lsblk blkid findmnt mount fstab
# record evidence
echo result &gt;&gt; runtime/reports/...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Storage / mount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lsblk blkid findmnt mount fstab
./verify.sh
./rollback.sh  # if needed
./reset.sh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Filesystem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場景：Filesystem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Filesystem fault
df -h df -i fsck -n dmesg
# record evidence
echo result &gt;&gt; runtime/reports/...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Filesystem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df -h df -i fsck -n dmesg
./verify.sh
./rollback.sh  # if needed
./reset.sh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49/60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場景：Network fault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Network fault
ip addr link route neigh ping
# record evidence
echo result &gt;&gt; runtime/reports/...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fault：指令與驗證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ip addr link route neigh ping
./verify.sh
./rollback.sh  # if needed
./reset.sh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Lab 操作規則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每次先跑 prepare /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學生自己下指令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verify.sh 只驗結果，不替學生操作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reset.sh 回到可重練狀態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常見錯誤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只看一個指標就下結論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沒有保存 before state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修完沒有做功能驗證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 沒有實際測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教師檢查點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能解釋輸出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能說明下一步判斷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能區分症狀與原因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能完成紀錄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學生交付物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指令紀錄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狀態截圖/文字輸出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rollback/reset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最終報告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與前後 Phase 的關係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 2 是整套主幹的一層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前面能力會被重複使用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後面 Phase 會增加範圍與複雜度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給一個未知狀態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要求學生列出觀察順序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要求說明每一步為何需要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給一個變更需求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要求學生寫 plan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要求列出 verify/rollback 條件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給一個錯誤結果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要求學生判斷要診斷、回復或重做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 Phase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59/60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Report App 被注入故障，學生從症狀追到 root cause，修復並驗證。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核心不是背指令，而是形成可驗證流程。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故障診斷與修復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2 · 60/60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進入下一個 Phase 前，先確認本 Phase 能獨立完成。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