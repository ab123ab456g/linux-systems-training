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</p:sldIdLst>
  <p:notesMasterIdLst>
    <p:notesMasterId r:id="rId6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2｜故障診斷與修復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Fault → Detect → Inspect → Isolate →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同一台 Report App 主機被注入故障。學生不能看答案，要從症狀、log、狀態差異找 root cause。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755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環境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48712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21864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21864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紀錄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3024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6176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56176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實驗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17336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0488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0488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驗證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851648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24800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924800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回復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8596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5911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5911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交付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本階段故事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沿用同一台 Report Platform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同一台 Report App 主機被注入故障。學生不能看答案，要從症狀、log、狀態差異找 root cause。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每個 Lab 都必須先看機器狀態，再進入操作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學習目標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能說明本次操作要改什麼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能建立 before/after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能用原生命令與 verify.sh 雙重驗證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標準實驗節奏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1. 環境設定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2.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3. Baseline / Inventory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4. Prepare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5. Operation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6. Verify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7. Record 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8.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安全邊界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預設使用 runtime/ sandbox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高風險指令需先 dry-run 或 teacher mode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不直接破壞真實 user/firewall/systemd/mount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所有變更前先記錄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目錄與工作位置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linux-training/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phase2/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runtime/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records/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tests/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docs/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Machine Record：為什麼要做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7/60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避免不知道改了什麼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讓 before/after 可比較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失敗時能回推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形成真實維運習慣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Baseline Command 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8/60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hostnamectl / uname / os-release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whoami / id / groups / sudo -l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ip addr / ip route / 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lsblk / df / findmnt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systemctl / journalctl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Lab Script 角色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9/60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prepare.sh：建立實驗素材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verify.sh：自動驗收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rollback.sh：回到變更前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reset.sh：回到 Lab 初始狀態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本階段交付物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2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10/60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machine-record before/after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command output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result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rollback/reset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final report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共同開場：建立 Machine Record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每個 Lab 都先做，不要直接下修改指令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22960" y="1234440"/>
            <a:ext cx="10607040" cy="5074920"/>
          </a:xfrm>
          <a:prstGeom prst="roundRect">
            <a:avLst>
              <a:gd name="adj" fmla="val 1081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325880"/>
            <a:ext cx="10387584" cy="491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~/linux-training-records/phase2/labXX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hostnamectl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uname -a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cat /etc/os-release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whoami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groups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addr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route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lsblk -f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df -h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~/linux-training-records/phase2/labXX/before.txt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故障前 Baseline｜場景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知道正常狀態長什麼樣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知道正常狀態長什麼樣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故障前 Baseline｜環境與初始紀錄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~/linux-training/phase2/scenarios/01-*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~/linux-training-records/phase2/01/pwd.txt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~/linux-training-records/phase2/01/host.txt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~/linux-training-records/phase2/01/user.txt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~/linux-training-records/phase2/01/user.txt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故障前 Baseline｜指令說明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./setup.sh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./baseline.sh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systemctl status report-app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curl /health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ss -tulpn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故障前 Baseline｜操作流程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保存 known-good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記錄服務/port/log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說明 fault.sh 只由教師或 lab 觸發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normal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故障前 Baseline｜After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~/linux-training-records/phase2/01/after.txt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~/linux-training-records/phase2/01/before.txt   ~/linux-training-records/phase2/01/after.txt   &gt; ~/linux-training-records/phase2/01/diff.txt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故障前 Baseline｜Verify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Permission / User Fault｜場景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處理寫入失敗與 service account 權限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處理寫入失敗與 service account 權限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Permission / User Fault｜環境與初始紀錄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~/linux-training/phase2/scenarios/02-*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~/linux-training-records/phase2/02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~/linux-training-records/phase2/02/pwd.txt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~/linux-training-records/phase2/02/host.txt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~/linux-training-records/phase2/02/user.txt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~/linux-training-records/phase2/02/user.txt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Permission / User Fault｜指令說明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id reportapp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ls -l /data/report-app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stat /data/report-app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getfacl /data/report-app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journalctl -u report-app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Permission / User Fault｜操作流程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detect permission denied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isolate owner/mode/ACL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修 chown/chmod/usermod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POST report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Permission / User Fault｜After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~/linux-training-records/phase2/02/after.txt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~/linux-training-records/phase2/02/before.txt   ~/linux-training-records/phase2/02/after.txt   &gt; ~/linux-training-records/phase2/02/diff.txt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Permission / User Fault｜Verify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Storage / Filesystem Fault｜場景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處理 mount 消失、disk full、read-only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處理 mount 消失、disk full、read-only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Storage / Filesystem Fault｜環境與初始紀錄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~/linux-training/phase2/scenarios/03-*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~/linux-training-records/phase2/03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~/linux-training-records/phase2/03/pwd.txt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~/linux-training-records/phase2/03/host.txt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~/linux-training-records/phase2/03/user.txt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~/linux-training-records/phase2/03/user.txt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Storage / Filesystem Fault｜指令說明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lsblk -f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findmnt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df -h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df -i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blkid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dmesg | tail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Storage / Filesystem Fault｜操作流程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分辨 device/mount/fs 問題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修 mount/fstab/sandbox image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清容量或 inode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data write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Storage / Filesystem Fault｜After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~/linux-training-records/phase2/03/after.txt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~/linux-training-records/phase2/03/before.txt   ~/linux-training-records/phase2/03/after.txt   &gt; ~/linux-training-records/phase2/03/diff.txt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Storage / Filesystem Fault｜Verify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Network / DNS Fault｜場景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分辨 link、IP、route、resolver、HTTP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分辨 link、IP、route、resolver、HTTP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Network / DNS Fault｜環境與初始紀錄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~/linux-training/phase2/scenarios/04-*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~/linux-training-records/phase2/04/pwd.txt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~/linux-training-records/phase2/04/host.txt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~/linux-training-records/phase2/04/user.txt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~/linux-training-records/phase2/04/user.txt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Network / DNS Fault｜指令說明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ip link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ip addr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ip route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ip route get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ping -c1 gateway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resolvectl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dig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8. curl -v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Network / DNS Fault｜操作流程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先分層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route/IP/DNS 各自驗證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修 resolver 或 route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重新 curl app/API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Network / DNS Fault｜After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~/linux-training-records/phase2/04/after.txt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~/linux-training-records/phase2/04/before.txt   ~/linux-training-records/phase2/04/after.txt   &gt; ~/linux-training-records/phase2/04/diff.txt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Network / DNS Fault｜Verify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Process / Service Fault｜場景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處理 crash、hang、service failed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處理 crash、hang、service failed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Process / Service Fault｜環境與初始紀錄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~/linux-training/phase2/scenarios/05-*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~/linux-training-records/phase2/05/pwd.txt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~/linux-training-records/phase2/05/host.txt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~/linux-training-records/phase2/05/user.txt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~/linux-training-records/phase2/05/user.txt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Process / Service Fault｜指令說明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ps aux --sort=-%cpu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pgrep -a report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systemctl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systemctl cat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journalctl -u report-app -n 80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Process / Service Fault｜操作流程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看 active/failed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讀 ExecStart/User/WorkingDir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修 unit/config/env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daemon-reload/restart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Process / Service Fault｜After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~/linux-training-records/phase2/05/after.txt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~/linux-training-records/phase2/05/before.txt   ~/linux-training-records/phase2/05/after.txt   &gt; ~/linux-training-records/phase2/05/diff.txt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Process / Service Fault｜Verify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Port / Resource Fault｜場景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處理 8080 被占用或資源爆掉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處理 8080 被占用或資源爆掉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Port / Resource Fault｜環境與初始紀錄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~/linux-training/phase2/scenarios/06-*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~/linux-training-records/phase2/06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~/linux-training-records/phase2/06/pwd.txt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~/linux-training-records/phase2/06/host.txt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~/linux-training-records/phase2/06/user.txt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~/linux-training-records/phase2/06/user.txt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Port / Resource Fault｜指令說明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ss -tulpn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lsof -i :8080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top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free -h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vmstat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iostat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Port / Resource Fault｜操作流程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port→PID→service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stop conflict or change port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 CPU/RAM/I/O hog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latency/health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Port / Resource Fault｜After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~/linux-training-records/phase2/06/after.txt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~/linux-training-records/phase2/06/before.txt   ~/linux-training-records/phase2/06/after.txt   &gt; ~/linux-training-records/phase2/06/diff.txt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Port / Resource Fault｜Verify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Package / Schedule / Env Fault｜場景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處理 dependency、timer、PATH/env 問題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處理 dependency、timer、PATH/env 問題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Package / Schedule / Env Fault｜環境與初始紀錄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~/linux-training/phase2/scenarios/07-*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~/linux-training-records/phase2/07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~/linux-training-records/phase2/07/pwd.txt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~/linux-training-records/phase2/07/host.txt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~/linux-training-records/phase2/07/user.txt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~/linux-training-records/phase2/07/user.txt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Package / Schedule / Env Fault｜指令說明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apt policy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dpkg -l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ldd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crontab -l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systemctl list-timers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env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systemctl show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Package / Schedule / Env Fault｜操作流程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找版本/缺套件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查 timer log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修 EnvironmentFile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手動執行驗證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Package / Schedule / Env Fault｜After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~/linux-training-records/phase2/07/after.txt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~/linux-training-records/phase2/07/before.txt   ~/linux-training-records/phase2/07/after.txt   &gt; ~/linux-training-records/phase2/07/diff.txt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Package / Schedule / Env Fault｜Verify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Firewall / Final Recovery｜場景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恢復連線並留下 incident report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恢復連線並留下 incident report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Firewall / Final Recovery｜環境與初始紀錄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~/linux-training/phase2/scenarios/08-*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~/linux-training-records/phase2/08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~/linux-training-records/phase2/08/pwd.txt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~/linux-training-records/phase2/08/host.txt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~/linux-training-records/phase2/08/user.txt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~/linux-training-records/phase2/08/user.txt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Firewall / Final Recovery｜指令說明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ufw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nft list ruleset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ss -tulpn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curl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journalctl -p err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./verify.sh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./reset.sh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Firewall / Final Recovery｜操作流程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允許/拒絕兩側驗證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確認沒有新錯誤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寫 incident timeline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reset 到 baseline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Firewall / Final Recovery｜After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~/linux-training-records/phase2/08/after.txt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~/linux-training-records/phase2/08/before.txt   ~/linux-training-records/phase2/08/after.txt   &gt; ~/linux-training-records/phase2/08/diff.txt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Firewall / Final Recovery｜Verify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故障診斷與修復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2 完成標準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最後不是看完 PPT，而是能完整跑一次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8872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1615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項目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247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完成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18872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能說明環境與主機狀態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03504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7161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before machine record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7161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2529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能拆解指令用途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7161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18872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2529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能完成實驗操作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3504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18872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2529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after + diff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3504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161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2529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verify.sh 通過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03504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7161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2529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rollback/reset 可說明差異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03504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7161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2529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完成本階段 report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03504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7161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新增章節：常用指令族與情境搭配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這些頁面專門補「同一個指令的常用參數族」與實際場景搭配，不再只列主流程。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先看問題，再選指令變形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每個指令族要知道輸出代表什麼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grep/sed/awk/diff 形成操作證據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最後才進入 verify / rollback / reset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ACC15"/>
                </a:solidFill>
                <a:latin typeface="Microsoft JhengHei"/>
              </a:rPr>
              <a:t>操作邏輯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1. 先問要確認什麼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2. 下最小必要指令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3. 看輸出再決定下一步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4. 記錄 before/after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5. verify，不對就 rollback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4A3B8"/>
                </a:solidFill>
                <a:latin typeface="Microsoft JhengHei"/>
              </a:rPr>
              <a:t>新增內容：command family / option variants / scenario usage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指令族：id / groups / getent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身份不是只看 whoami，而是拆 UID / GID / supplementary groups。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whoami：目前有效使用者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id：完整身份資訊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-u：只看 UID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-g：primary GID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-G：所有群組 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-nG：所有群組名稱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getent passwd/group：從系統資料庫查帳號與群組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whoami
id
id -u
id -g
id -G
id -nG
getent passwd reportapp
getent group report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指令族：ls / stat / find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檔案狀態要分清楚存在、類型、owner、mode、時間與搜尋條件。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-l：看檔案類型、owner、group、mode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-la：包含 hidden files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stat：精準看 inode / mode / time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-type f/d/l：依類型找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-name：依名稱找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-perm：找權限異常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-mtime/-size：找時間與大小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 -la /data/report-app
stat /etc/report-app/report-app.env
find /data/report-app -type f -name '*.json'
find /data/report-app -perm -002
find /var/log -type f -size +100M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指令族：grep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grep 不是只搜尋文字，而是從大量輸出中縮小範圍。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PATTERN file：基本搜尋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-i：忽略大小寫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-n：顯示行號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-v：排除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-E：OR / extended regex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-A/-B/-C：帶前後文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pipe：從 command output 篩選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| grep -i error
systemctl list-units | grep report
ss -tulpn | grep ':8080'
grep -nE 'error|fail|denied' app.log
grep -C 3 'Permission denied' app.log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指令族：sed / awk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sed 處理行內替換，awk 處理欄位與報表。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-n：只印指定行/符合行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s/old/new/：替換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-i.bak：原地改並留備份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{print $1}：取欄位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條件：依欄位過濾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sort/uniq：產生統計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sed -n '1,80p' /etc/report-app/report-app.env
sed -i.bak 's/PORT=8080/PORT=8081/' app.env
awk '{print $1,$2,$3}' access.log
awk '$9 &gt;= 500 {print}' access.log
awk '{count[$1]++} END {for (k in count) print k,count[k]}' access.log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指令族：systemctl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systemd 要看 unit 狀態、設定來源、是否開機啟動與相依關係。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status：目前狀態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is-active：給腳本判斷 active/inactive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is-enabled：是否開機啟動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cat：看 unit 原始內容與 drop-in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show：看展開後屬性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list-dependencies：看相依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daemon-reload：unit 改完重讀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systemctl status report-app
systemctl is-active report-app
systemctl is-enabled report-app
systemctl cat report-app
systemctl show report-app -p User -p Group -p ExecStart
systemctl list-dependencies report-app
sudo systemctl daemon-reload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指令族：journalctl / dmesg / 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Log 要用時間、unit、priority、PID、keyword 縮小。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-u：指定 service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-p err：只看錯誤等級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--since：用時間範圍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-f：即時追蹤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dmesg：kernel/device log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tail -f：檔案 log 即時追蹤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--since '10 min ago'
journalctl -u report-app -p warning..alert
journalctl -xe
journalctl -f -u report-worker
dmesg | tail -n 50
tail -f /var/log/report-app/report-app.log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指令族：ip / ss / curl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Network 要從 interface、route、socket、HTTP 分層看。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addr：IP 與 interface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link：link up/down 與統計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route：路由表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 get：查單一目的地怎麼走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-tulpn：誰在 listen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-s：socket 摘要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curl -v/-w：拆 HTTP 連線時間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ip addr
ip link show
ip route
ip route get 8.8.8.8
ss -tulpn
ss -s
curl -v http://127.0.0.1:8080/health
curl -w 'total=%{time_total}
' -o /dev/null -s http://127.0.0.1:8080/health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指令族：df / du / lsblk / findmnt / blkid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Storage 要分 device、filesystem、mount point、容量與 inode。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lsblk -f：device + FS + mount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blkid：UUID/LABEL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findmnt：實際掛載關係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-h：容量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-i：inode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du -xhd1：找大目錄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mount/umount：掛載與卸載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lsblk -f
blkid
findmnt /data/report-app
df -h
df -i
du -xhd1 /data/report-app
mount | grep /data
sudo umount /mnt/lab-disk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指令族：ps / pgrep / top / lsof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Process 要找 PID、command、資源、open files、socket。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 aux：全 process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pgrep -a：依名稱找 PID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pstree：看父子關係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top：即時資源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-p：某 PID 開了什麼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-i :PORT：誰占 port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/proc/PID：底層狀態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ps aux | grep report
pgrep -a report-worker
pstree -ap | grep report
top
lsof -p 1234
lsof -i :8080
ls /proc/1234/fd | wc -l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指令族：tar / rsync / diff / checksum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Backup/restore/migration 一定要驗證內容一致性。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-tf：先看壓縮檔內容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-xf：解出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-a：保留屬性同步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--dry-run：先預演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diff -r：比較目錄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sha256sum：檢查檔案一致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+ sort + checksum：做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tar -tf backup.tar.gz | head
tar -xf backup.tar.gz -C restore/
rsync -a --dry-run src/ dst/
rsync -a src/ dst/
diff -r src/ dst/
sha256sum report-001.json
find data -type f -print0 | sort -z | xargs -0 sha256sum &gt; manifest.txt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Phase 2 指令族重點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故障診斷不是亂查，是 detect → inspect → isolate。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grep：從 log 找錯誤線索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journalctl：看 service failure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ss/lsof：找 port conflict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findmnt/df：找 storage 問題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ip/dig/curl：分辨 network/DNS/HTTP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diff/stat：比對權限與設定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-xe | grep -iE 'error|fail|denied'
ss -tulpn | grep ':8080'
lsof -i :8080
findmnt /data/report-app
df -h /data/report-app
curl -v http://127.0.0.1:8080/health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Phase 2：journalctl 參數族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Service 壞掉時，journalctl 是第一優先診斷入口。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-u 指定 unit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--since 限縮時間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-p 限縮等級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-xe 看近期詳細錯誤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-f 追蹤重啟後 log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-o short-iso 方便時間比對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
journalctl -u report-app --since '15 min ago'
journalctl -u report-app -p warning..alert
journalctl -xeu report-app
journalctl -fu report-app
journalctl -u report-app -o short-iso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PHASE2｜常用指令族與參數變形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練習方式：一頁一個指令族，一次只解一個問題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學生要能回答：我為什麼下這個指令？這個參數讓我多知道什麼？下一步依據什麼決定？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不要把一串指令當咒語貼上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每次只新增一個觀察角度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輸出要保存成紀錄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能用 diff / grep 比較差異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verify.sh 是最後驗收，不是第一步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# Example training rhythm
question='誰在執行服務？'
systemctl show report-app -p User -p Group
question='服務有沒有錯誤？'
journalctl -u report-app --since '10 min ago' | grep -iE 'error|fail|denied'
question='修改前後差異？'
diff -u before.txt after.txt ||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Training Phase Deck</dc:title>
  <dc:subject>Linux Training</dc:subject>
  <dc:creator>OpenAI</dc:creator>
  <cp:lastModifiedBy>OpenAI</cp:lastModifiedBy>
  <cp:revision>1</cp:revision>
  <dcterms:created xsi:type="dcterms:W3CDTF">2026-09-12T18:16:33Z</dcterms:created>
  <dcterms:modified xsi:type="dcterms:W3CDTF">2026-09-12T18:16:33Z</dcterms:modified>
</cp:coreProperties>
</file>