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Arial"/>
              </a:rPr>
              <a:t>Phase 7｜安全性檢查與暴露面管理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B6B7E"/>
                </a:solidFill>
                <a:latin typeface="Arial"/>
              </a:rPr>
              <a:t>Inventory / Assess / Isolate / Harden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F2937"/>
                </a:solidFill>
                <a:latin typeface="Arial"/>
              </a:defRPr>
            </a:pPr>
            <a:r>
              <a:t>系統正常，但要盤點暴露面、權限、secret 與必要服務，降低攻擊面。</a:t>
            </a:r>
          </a:p>
          <a:p>
            <a:pPr>
              <a:defRPr sz="2200">
                <a:solidFill>
                  <a:srgbClr val="1F2937"/>
                </a:solidFill>
                <a:latin typeface="Arial"/>
              </a:defRPr>
            </a:pPr>
            <a:r>
              <a:t>目標：形成可教、可練、可驗證、可回復的 Linux 操作流程。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1/60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本次大綱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安全性檢查與暴露面管理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故事背景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系統狀態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Workflow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指令組合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Lab / Scenario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Verify / Rollback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交付物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學習目標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安全性檢查與暴露面管理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能做 security inventory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能收斂權限與 Port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 SSH hardening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能監控 drift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教學節奏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安全性檢查與暴露面管理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先給場景，再給指令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先讀狀態，再做變更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每一段都要 verify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最後必須 rollback/reset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安全邊界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安全性檢查與暴露面管理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危險操作優先在 runtime sandbox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真實 user/systemd/firewall 需明確確認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每次變更前先保存 before 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資料與檔案位置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安全性檢查與暴露面管理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phase*/labs 或 phase*/scenarios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common/report-app 與 common/report-worker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runtime/ 保存訓練狀態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tests/ 驗證腳本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Workflow 主流程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Inventory / Assess / Isolate / Harden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7/60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123444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93392" y="2194560"/>
            <a:ext cx="123444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Assess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2424" y="2194560"/>
            <a:ext cx="1234440" cy="7315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Isolate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91456" y="2194560"/>
            <a:ext cx="123444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4183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194560"/>
            <a:ext cx="1234440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3216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194560"/>
            <a:ext cx="1234440" cy="7315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248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2194560"/>
            <a:ext cx="1234440" cy="7315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Rollback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7033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系統正常，但要盤點暴露面、權限、secret 與必要服務，降低攻擊面。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每一步都要留下可驗證證據；失敗要能 rollback/reset。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系統故事與服務關係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安全性檢查與暴露面管理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8/60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19456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Linux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463040"/>
            <a:ext cx="22860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Report App :8080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63040"/>
            <a:ext cx="2286000" cy="7315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Report Worker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108960"/>
            <a:ext cx="292608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Data / Logs / Config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108960"/>
            <a:ext cx="2468880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Scripts /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同一套 Report 系統從接手、故障、建置、維運、恢復、效能、安全一路延伸。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核心指令地圖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常用指令搭配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9/60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69848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600">
                <a:solidFill>
                  <a:srgbClr val="E5E7EB"/>
                </a:solidFill>
                <a:latin typeface="Consolas"/>
              </a:rPr>
              <a:t>who w last
sudo -l getent group sudo
getent passwd lastlog
getent group gpasswd
find ls stat chmod
find -perm /6000
sshd -T sshd_config
ss -tulpn lsof
systemctl ss
ufw nft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教學要求：說明每個指令的目的、輸出怎麼判斷、下一步如何決策。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完成標準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安全性檢查與暴露面管理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10/60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能說明目前狀態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能指出風險與下一步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能完成操作與驗證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能回復到 baseline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能留下報告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Login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11/60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場景：Login sessions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Login sessions
who w last
# record evidence
echo result &gt;&gt; runtime/reports/...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Login sessions：指令與驗證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12/60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who w last
./verify.sh
./rollback.sh  # if needed
./reset.sh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sudo/root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13/60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場景：sudo/root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sudo/root
sudo -l getent group sudo
# record evidence
echo result &gt;&gt; runtime/reports/...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sudo/root：指令與驗證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14/60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sudo -l getent group sudo
./verify.sh
./rollback.sh  # if needed
./reset.sh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Unused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15/60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場景：Unused users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Unused users
getent passwd lastlog
# record evidence
echo result &gt;&gt; runtime/reports/...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Unused users：指令與驗證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16/60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getent passwd lastlog
./verify.sh
./rollback.sh  # if needed
./reset.sh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Unused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17/60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場景：Unused groups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Unused groups
getent group gpasswd
# record evidence
echo result &gt;&gt; runtime/reports/...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Unused groups：指令與驗證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18/60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getent group gpasswd
./verify.sh
./rollback.sh  # if needed
./reset.sh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File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19/60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場景：File permissions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File permissions
find ls stat chmod
# record evidence
echo result &gt;&gt; runtime/reports/...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File permissions：指令與驗證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20/60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find ls stat chmod
./verify.sh
./rollback.sh  # if needed
./reset.sh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SUID/SGID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21/60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場景：SUID/SGID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SUID/SGID
find -perm /6000
# record evidence
echo result &gt;&gt; runtime/reports/...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SUID/SGID：指令與驗證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22/60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find -perm /6000
./verify.sh
./rollback.sh  # if needed
./reset.sh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SSH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23/60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場景：SSH config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SSH config
sshd -T sshd_config
# record evidence
echo result &gt;&gt; runtime/reports/...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SSH config：指令與驗證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24/60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sshd -T sshd_config
./verify.sh
./rollback.sh  # if needed
./reset.sh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Open 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25/60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場景：Open ports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Open ports
ss -tulpn lsof
# record evidence
echo result &gt;&gt; runtime/reports/...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Open ports：指令與驗證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26/60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ss -tulpn lsof
./verify.sh
./rollback.sh  # if needed
./reset.sh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Listening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27/60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場景：Listening services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Listening services
systemctl ss
# record evidence
echo result &gt;&gt; runtime/reports/...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Listening services：指令與驗證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28/60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systemctl ss
./verify.sh
./rollback.sh  # if needed
./reset.sh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29/60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場景：Firewall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Firewall
ufw nft
# record evidence
echo result &gt;&gt; runtime/reports/...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Firewall：指令與驗證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30/60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ufw nft
./verify.sh
./rollback.sh  # if needed
./reset.sh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Exposed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31/60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場景：Exposed interface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Exposed interface
ip addr ss bind
# record evidence
echo result &gt;&gt; runtime/reports/...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Exposed interface：指令與驗證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32/60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ip addr ss bind
./verify.sh
./rollback.sh  # if needed
./reset.sh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Security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33/60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場景：Security updates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Security updates
apt list --upgradable
# record evidence
echo result &gt;&gt; runtime/reports/...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Security updates：指令與驗證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34/60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apt list --upgradable
./verify.sh
./rollback.sh  # if needed
./reset.sh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Login anomaly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35/60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場景：Login anomaly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Login anomaly
last lastb journalctl
# record evidence
echo result &gt;&gt; runtime/reports/...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Login anomaly：指令與驗證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36/60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last lastb journalctl
./verify.sh
./rollback.sh  # if needed
./reset.sh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Auth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37/60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場景：Auth failure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Auth failure
auth.log journalctl
# record evidence
echo result &gt;&gt; runtime/reports/...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Auth failure：指令與驗證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38/60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auth.log journalctl
./verify.sh
./rollback.sh  # if needed
./reset.sh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Service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39/60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場景：Service user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Service user
systemctl show User=
# record evidence
echo result &gt;&gt; runtime/reports/...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Service user：指令與驗證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40/60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systemctl show User=
./verify.sh
./rollback.sh  # if needed
./reset.sh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Secret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41/60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場景：Secret exposure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Secret exposure
printenv grep .env
# record evidence
echo result &gt;&gt; runtime/reports/...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Secret exposure：指令與驗證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42/60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printenv grep .env
./verify.sh
./rollback.sh  # if needed
./reset.sh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Credential/key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43/60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場景：Credential/key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Credential/key
ls -l ~/.ssh chmod
# record evidence
echo result &gt;&gt; runtime/reports/...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Credential/key：指令與驗證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44/60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ls -l ~/.ssh chmod
./verify.sh
./rollback.sh  # if needed
./reset.sh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Cleanup accounts/services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45/60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場景：Cleanup accounts/services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Cleanup accounts/services
userdel disable
# record evidence
echo result &gt;&gt; runtime/reports/...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Cleanup accounts/services：指令與驗證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46/60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userdel disable
./verify.sh
./rollback.sh  # if needed
./reset.sh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Close 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47/60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場景：Close ports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Close ports
bind localhost firewall
# record evidence
echo result &gt;&gt; runtime/reports/...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Close ports：指令與驗證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48/60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bind localhost firewall
./verify.sh
./rollback.sh  # if needed
./reset.sh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SSH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49/60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場景：SSH hardening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SSH hardening
PermitRootLogin no
# record evidence
echo result &gt;&gt; runtime/reports/...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SSH hardening：指令與驗證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50/60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PermitRootLogin no
./verify.sh
./rollback.sh  # if needed
./reset.sh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Lab 操作規則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安全性檢查與暴露面管理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51/60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每次先跑 prepare / baseline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學生自己下指令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verify.sh 只驗結果，不替學生操作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reset.sh 回到可重練狀態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常見錯誤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安全性檢查與暴露面管理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52/60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只看一個指標就下結論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沒有保存 before state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修完沒有做功能驗證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rollback 沒有實際測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教師檢查點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安全性檢查與暴露面管理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53/60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能解釋輸出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能說明下一步判斷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能區分症狀與原因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能完成紀錄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學生交付物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安全性檢查與暴露面管理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54/60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指令紀錄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狀態截圖/文字輸出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verify 結果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rollback/reset 結果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最終報告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與前後 Phase 的關係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安全性檢查與暴露面管理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55/60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Phase 7 是整套主幹的一層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前面能力會被重複使用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後面 Phase 會增加範圍與複雜度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Assessment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安全性檢查與暴露面管理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56/60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給一個未知狀態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要求學生列出觀察順序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要求說明每一步為何需要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Assessment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安全性檢查與暴露面管理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57/60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給一個變更需求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要求學生寫 plan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要求列出 verify/rollback 條件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Assessment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安全性檢查與暴露面管理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58/60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給一個錯誤結果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要求學生判斷要診斷、回復或重做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本 Phase 總結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安全性檢查與暴露面管理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59/60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系統正常，但要盤點暴露面、權限、secret 與必要服務，降低攻擊面。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核心不是背指令，而是形成可驗證流程。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安全性檢查與暴露面管理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7 · 60/60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進入下一個 Phase 前，先確認本 Phase 能獨立完成。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