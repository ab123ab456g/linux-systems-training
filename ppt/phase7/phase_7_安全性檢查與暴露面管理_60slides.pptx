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notesMasterIdLst>
    <p:notesMasterId r:id="rId6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Phase 7｜安全性檢查與暴露面管理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Inventory → Assess → Harden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系統正常但不代表安全。目標是盤點帳號、權限、Port、Service、SSH、Secret，再安全收斂暴露面。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7552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環境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48712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21864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21864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紀錄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3024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6176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56176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實驗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17336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0488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90488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驗證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851648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24800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924800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回復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85960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59112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59112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交付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本階段故事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7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沿用同一台 Report Platform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系統正常但不代表安全。目標是盤點帳號、權限、Port、Service、SSH、Secret，再安全收斂暴露面。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每個 Lab 都必須先看機器狀態，再進入操作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學習目標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7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能說明本次操作要改什麼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能建立 before/after machine record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能用原生命令與 verify.sh 雙重驗證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 rollback / reset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標準實驗節奏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7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1. 環境設定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2. Machine Record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3. Baseline / Inventory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4. Prepare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5. Operation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6. Verify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7. Record After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8. Rollback / Reset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安全邊界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7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預設使用 runtime/ sandbox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高風險指令需先 dry-run 或 teacher mode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不直接破壞真實 user/firewall/systemd/mount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所有變更前先記錄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目錄與工作位置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7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6/60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linux-training/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phase7/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runtime/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records/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tests/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docs/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Machine Record：為什麼要做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7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7/60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避免不知道改了什麼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讓 before/after 可比較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 失敗時能回推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形成真實維運習慣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Baseline Command 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7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8/60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hostnamectl / uname / os-release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whoami / id / groups / sudo -l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ip addr / ip route / 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lsblk / df / findmnt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systemctl / journalctl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Lab Script 角色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7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9/60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prepare.sh：建立實驗素材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verify.sh：自動驗收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rollback.sh：回到變更前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reset.sh：回到 Lab 初始狀態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本階段交付物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7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10/60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machine-record before/after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command output evidence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 result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rollback/reset evidence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final report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共同開場：建立 Machine Record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每個 Lab 都先做，不要直接下修改指令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22960" y="1234440"/>
            <a:ext cx="10607040" cy="5074920"/>
          </a:xfrm>
          <a:prstGeom prst="roundRect">
            <a:avLst>
              <a:gd name="adj" fmla="val 1081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325880"/>
            <a:ext cx="10387584" cy="491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~/linux-training-records/phase7/labXX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hostnamectl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uname -a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cat /etc/os-release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whoami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groups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ip addr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ip route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lsblk -f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df -h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~/linux-training-records/phase7/labXX/before.txt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Security Inventory｜場景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建立 users/groups/sudo/session/security baseline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建立 users/groups/sudo/session/security baseline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Security Inventory｜環境與初始紀錄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~/linux-training/phase7/scenarios/01-*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~/linux-training-records/phase7/01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~/linux-training-records/phase7/01/pwd.txt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~/linux-training-records/phase7/01/host.txt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~/linux-training-records/phase7/01/user.txt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~/linux-training-records/phase7/01/user.txt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Security Inventory｜指令說明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who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last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getent passwd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getent group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sudo -l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7. lastlog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Security Inventory｜操作流程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分 human/system/service account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找未知 session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保存 baseline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不確定不刪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Security Inventory｜After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~/linux-training-records/phase7/01/after.txt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~/linux-training-records/phase7/01/before.txt   ~/linux-training-records/phase7/01/after.txt   &gt; ~/linux-training-records/phase7/01/diff.txt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Security Inventory｜Verify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sudo / Users / Groups｜場景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收斂權限與帳號生命週期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收斂權限與帳號生命週期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sudo / Users / Groups｜環境與初始紀錄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~/linux-training/phase7/scenarios/02-*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~/linux-training-records/phase7/02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~/linux-training-records/phase7/02/pwd.txt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~/linux-training-records/phase7/02/host.txt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~/linux-training-records/phase7/02/user.txt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~/linux-training-records/phase7/02/user.txt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sudo / Users / Groups｜指令說明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getent group sudo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visudo -c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groups user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gpasswd -d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passwd -l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userdel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sudo / Users / Groups｜操作流程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找過大 sudo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移除多餘 membership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lock before delete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verify least privilege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sudo / Users / Groups｜After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~/linux-training-records/phase7/02/after.txt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~/linux-training-records/phase7/02/before.txt   ~/linux-training-records/phase7/02/after.txt   &gt; ~/linux-training-records/phase7/02/diff.txt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sudo / Users / Groups｜Verify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File Permission / SUID｜場景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找 world writable、wrong owner、SUID/SGID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找 world writable、wrong owner、SUID/SGID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File Permission / SUID｜環境與初始紀錄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~/linux-training/phase7/scenarios/03-*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~/linux-training-records/phase7/03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~/linux-training-records/phase7/03/pwd.txt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~/linux-training-records/phase7/03/host.txt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~/linux-training-records/phase7/03/user.txt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~/linux-training-records/phase7/03/user.txt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File Permission / SUID｜指令說明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find / -perm -0002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find / -perm /6000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ls -la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stat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chmod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chown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File Permission / SUID｜操作流程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區分正常系統 SUID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只修 training target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記錄 before mode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rollback mode/owner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File Permission / SUID｜After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~/linux-training-records/phase7/03/after.txt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~/linux-training-records/phase7/03/before.txt   ~/linux-training-records/phase7/03/after.txt   &gt; ~/linux-training-records/phase7/03/diff.txt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File Permission / SUID｜Verify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SSH Hardening｜場景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強化 SSH 不把自己鎖出去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強化 SSH 不把自己鎖出去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SSH Hardening｜環境與初始紀錄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~/linux-training/phase7/scenarios/04-*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~/linux-training-records/phase7/04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~/linux-training-records/phase7/04/pwd.txt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~/linux-training-records/phase7/04/host.txt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~/linux-training-records/phase7/04/user.txt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~/linux-training-records/phase7/04/user.txt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SSH Hardening｜指令說明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sshd -T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cat /etc/ssh/sshd_config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sshd -t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journalctl -u ssh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ssh -v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SSH Hardening｜操作流程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禁 root/password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限制 AllowUsers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保留舊 session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新 session 測試成功才關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SSH Hardening｜After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~/linux-training-records/phase7/04/after.txt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~/linux-training-records/phase7/04/before.txt   ~/linux-training-records/phase7/04/after.txt   &gt; ~/linux-training-records/phase7/04/diff.txt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SSH Hardening｜Verify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Port / Service / Interface / Firewall｜場景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收斂 attack surface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收斂 attack surface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Port / Service / Interface / Firewall｜環境與初始紀錄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~/linux-training/phase7/scenarios/05-*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~/linux-training-records/phase7/05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~/linux-training-records/phase7/05/pwd.txt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~/linux-training-records/phase7/05/host.txt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~/linux-training-records/phase7/05/user.txt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~/linux-training-records/phase7/05/user.txt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Port / Service / Interface / Firewall｜指令說明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ss -tulpn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systemctl list-units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ip addr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ufw 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nft list ruleset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nc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7. curl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Port / Service / Interface / Firewall｜操作流程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port→PID→service→purpose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關閉 debug/old 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0.0.0.0 改 localhost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allowed/denied test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Port / Service / Interface / Firewall｜After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~/linux-training-records/phase7/05/after.txt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~/linux-training-records/phase7/05/before.txt   ~/linux-training-records/phase7/05/after.txt   &gt; ~/linux-training-records/phase7/05/diff.txt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Port / Service / Interface / Firewall｜Verify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Security Updates / Auth Logs｜場景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評估安全更新與登入異常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評估安全更新與登入異常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Security Updates / Auth Logs｜環境與初始紀錄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~/linux-training/phase7/scenarios/06-*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~/linux-training-records/phase7/06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~/linux-training-records/phase7/06/pwd.txt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~/linux-training-records/phase7/06/host.txt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~/linux-training-records/phase7/06/user.txt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~/linux-training-records/phase7/06/user.txt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Security Updates / Auth Logs｜指令說明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apt list --upgradable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apt policy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last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lastb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journalctl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grep Failed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Security Updates / Auth Logs｜操作流程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分 security impact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找未知 IP/time/user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lock/rotate/block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走變更流程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Security Updates / Auth Logs｜After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~/linux-training-records/phase7/06/after.txt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~/linux-training-records/phase7/06/before.txt   ~/linux-training-records/phase7/06/after.txt   &gt; ~/linux-training-records/phase7/06/diff.txt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Security Updates / Auth Logs｜Verify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Service User / Secrets / Keys｜場景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服務降權與 secret 不外洩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服務降權與 secret 不外洩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Service User / Secrets / Keys｜環境與初始紀錄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~/linux-training/phase7/scenarios/07-*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~/linux-training-records/phase7/07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~/linux-training-records/phase7/07/pwd.txt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~/linux-training-records/phase7/07/host.txt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~/linux-training-records/phase7/07/user.txt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~/linux-training-records/phase7/07/user.txt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Service User / Secrets / Keys｜指令說明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systemctl show -p User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printenv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grep -R API_KEY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ls -l ~/.ssh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chmod 600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Service User / Secrets / Keys｜操作流程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root service 改專用 user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env/config 權限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rotate secret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清 authorized_keys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Service User / Secrets / Keys｜After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~/linux-training-records/phase7/07/after.txt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~/linux-training-records/phase7/07/before.txt   ~/linux-training-records/phase7/07/after.txt   &gt; ~/linux-training-records/phase7/07/diff.txt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Service User / Secrets / Keys｜Verify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Hardening Verification / Monitoring｜場景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安全收斂後功能仍正常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安全收斂後功能仍正常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Hardening Verification / Monitoring｜環境與初始紀錄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~/linux-training/phase7/scenarios/08-*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~/linux-training-records/phase7/08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~/linux-training-records/phase7/08/pwd.txt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~/linux-training-records/phase7/08/host.txt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~/linux-training-records/phase7/08/user.txt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~/linux-training-records/phase7/08/user.txt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Hardening Verification / Monitoring｜指令說明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curl /health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systemctl 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ss -tulpn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journalctl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diff baseline current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./verify.sh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Hardening Verification / Monitoring｜操作流程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必要服務完整驗證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before/after exposure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建立 baseline drift scan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有破壞就 rollback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Hardening Verification / Monitoring｜After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~/linux-training-records/phase7/08/after.txt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~/linux-training-records/phase7/08/before.txt   ~/linux-training-records/phase7/08/after.txt   &gt; ~/linux-training-records/phase7/08/diff.txt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Hardening Verification / Monitoring｜Verify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安全性檢查與暴露面管理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Phase 7 完成標準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最後不是看完 PPT，而是能完整跑一次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60/60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88720" y="1417320"/>
            <a:ext cx="4846320" cy="472440"/>
          </a:xfrm>
          <a:prstGeom prst="rect">
            <a:avLst/>
          </a:prstGeom>
          <a:solidFill>
            <a:srgbClr val="1E40A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16152" y="1463040"/>
            <a:ext cx="47914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項目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4846320" cy="472440"/>
          </a:xfrm>
          <a:prstGeom prst="rect">
            <a:avLst/>
          </a:prstGeom>
          <a:solidFill>
            <a:srgbClr val="1E40A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62472" y="1463040"/>
            <a:ext cx="47914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完成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188720" y="188976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9263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能說明環境與主機狀態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035040" y="188976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71616" y="19263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0" y="236220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23987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有 before machine record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236220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71616" y="23987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0" y="283464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25296" y="28712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能拆解指令用途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035040" y="283464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71616" y="28712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188720" y="330708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25296" y="334365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能完成實驗操作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35040" y="330708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334365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188720" y="377952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25296" y="381609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有 after + diff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35040" y="377952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1616" y="381609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0" y="425196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25296" y="42885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verify.sh 通過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035040" y="425196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71616" y="42885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0" y="472440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25296" y="47609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rollback/reset 可說明差異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035040" y="472440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71616" y="47609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0" y="519684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25296" y="52334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完成本階段 report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035040" y="519684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71616" y="52334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新增章節：常用指令族與情境搭配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這些頁面專門補「同一個指令的常用參數族」與實際場景搭配，不再只列主流程。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先看問題，再選指令變形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每個指令族要知道輸出代表什麼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grep/sed/awk/diff 形成操作證據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最後才進入 verify / rollback / reset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ACC15"/>
                </a:solidFill>
                <a:latin typeface="Microsoft JhengHei"/>
              </a:rPr>
              <a:t>操作邏輯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432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1. 先問要確認什麼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2. 下最小必要指令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3. 看輸出再決定下一步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4. 記錄 before/after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5. verify，不對就 rollback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4A3B8"/>
                </a:solidFill>
                <a:latin typeface="Microsoft JhengHei"/>
              </a:rPr>
              <a:t>新增內容：command family / option variants / scenario usage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指令族：id / groups / getent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身份不是只看 whoami，而是拆 UID / GID / supplementary groups。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whoami：目前有效使用者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id：完整身份資訊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-u：只看 UID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-g：primary GID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-G：所有群組 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-nG：所有群組名稱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getent passwd/group：從系統資料庫查帳號與群組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whoami
id
id -u
id -g
id -G
id -nG
getent passwd reportapp
getent group report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指令族：ls / stat / find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檔案狀態要分清楚存在、類型、owner、mode、時間與搜尋條件。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 -l：看檔案類型、owner、group、mode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 -la：包含 hidden files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stat：精準看 inode / mode / time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-type f/d/l：依類型找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-name：依名稱找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-perm：找權限異常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-mtime/-size：找時間與大小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ls -la /data/report-app
stat /etc/report-app/report-app.env
find /data/report-app -type f -name '*.json'
find /data/report-app -perm -002
find /var/log -type f -size +100M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指令族：grep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grep 不是只搜尋文字，而是從大量輸出中縮小範圍。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PATTERN file：基本搜尋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-i：忽略大小寫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-n：顯示行號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-v：排除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-E：OR / extended regex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-A/-B/-C：帶前後文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pipe：從 command output 篩選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| grep -i error
systemctl list-units | grep report
ss -tulpn | grep ':8080'
grep -nE 'error|fail|denied' app.log
grep -C 3 'Permission denied' app.log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指令族：sed / awk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sed 處理行內替換，awk 處理欄位與報表。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-n：只印指定行/符合行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s/old/new/：替換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-i.bak：原地改並留備份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awk {print $1}：取欄位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awk 條件：依欄位過濾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sort/uniq：產生統計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sed -n '1,80p' /etc/report-app/report-app.env
sed -i.bak 's/PORT=8080/PORT=8081/' app.env
awk '{print $1,$2,$3}' access.log
awk '$9 &gt;= 500 {print}' access.log
awk '{count[$1]++} END {for (k in count) print k,count[k]}' access.log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指令族：systemctl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systemd 要看 unit 狀態、設定來源、是否開機啟動與相依關係。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status：目前狀態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is-active：給腳本判斷 active/inactive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is-enabled：是否開機啟動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cat：看 unit 原始內容與 drop-in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show：看展開後屬性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list-dependencies：看相依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daemon-reload：unit 改完重讀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systemctl status report-app
systemctl is-active report-app
systemctl is-enabled report-app
systemctl cat report-app
systemctl show report-app -p User -p Group -p ExecStart
systemctl list-dependencies report-app
sudo systemctl daemon-reload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指令族：journalctl / dmesg / 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Log 要用時間、unit、priority、PID、keyword 縮小。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-u：指定 service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-p err：只看錯誤等級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--since：用時間範圍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-f：即時追蹤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dmesg：kernel/device log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tail -f：檔案 log 即時追蹤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--since '10 min ago'
journalctl -u report-app -p warning..alert
journalctl -xe
journalctl -f -u report-worker
dmesg | tail -n 50
tail -f /var/log/report-app/report-app.log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指令族：ip / ss / curl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Network 要從 interface、route、socket、HTTP 分層看。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addr：IP 與 interface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link：link up/down 與統計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route：路由表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route get：查單一目的地怎麼走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 -tulpn：誰在 listen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 -s：socket 摘要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curl -v/-w：拆 HTTP 連線時間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ip addr
ip link show
ip route
ip route get 8.8.8.8
ss -tulpn
ss -s
curl -v http://127.0.0.1:8080/health
curl -w 'total=%{time_total}
' -o /dev/null -s http://127.0.0.1:8080/health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指令族：df / du / lsblk / findmnt / blkid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Storage 要分 device、filesystem、mount point、容量與 inode。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lsblk -f：device + FS + mount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blkid：UUID/LABEL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findmnt：實際掛載關係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df -h：容量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df -i：inode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du -xhd1：找大目錄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mount/umount：掛載與卸載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lsblk -f
blkid
findmnt /data/report-app
df -h
df -i
du -xhd1 /data/report-app
mount | grep /data
sudo umount /mnt/lab-disk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指令族：ps / pgrep / top / lsof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Process 要找 PID、command、資源、open files、socket。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ps aux：全 process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pgrep -a：依名稱找 PID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pstree：看父子關係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top：即時資源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lsof -p：某 PID 開了什麼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lsof -i :PORT：誰占 port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/proc/PID：底層狀態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ps aux | grep report
pgrep -a report-worker
pstree -ap | grep report
top
lsof -p 1234
lsof -i :8080
ls /proc/1234/fd | wc -l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指令族：tar / rsync / diff / checksum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Backup/restore/migration 一定要驗證內容一致性。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-tf：先看壓縮檔內容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-xf：解出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rsync -a：保留屬性同步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rsync --dry-run：先預演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diff -r：比較目錄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sha256sum：檢查檔案一致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+ sort + checksum：做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tar -tf backup.tar.gz | head
tar -xf backup.tar.gz -C restore/
rsync -a --dry-run src/ dst/
rsync -a src/ dst/
diff -r src/ dst/
sha256sum report-001.json
find data -type f -print0 | sort -z | xargs -0 sha256sum &gt; manifest.txt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Phase 7 指令族重點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安全 hardening 先 inventory，再收斂權限與暴露面。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who/w/last/lastb：登入盤點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sudo -l / getent group sudo：權限盤點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-perm：SUID/SGID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ss/systemctl：port/service exposure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sshd -T：SSH 實際設定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ufw/nft：firewall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who
w
last -n 20
sudo -l
getent group sudo
find / -perm /6000 -type f 2&gt;/dev/null
ss -tulpn
sshd -T | grep -E 'permitrootlogin|passwordauthentication'
ufw status verbose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PHASE7｜常用指令族與參數變形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練習方式：一頁一個指令族，一次只解一個問題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學生要能回答：我為什麼下這個指令？這個參數讓我多知道什麼？下一步依據什麼決定？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不要把一串指令當咒語貼上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每次只新增一個觀察角度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輸出要保存成紀錄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能用 diff / grep 比較差異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verify.sh 是最後驗收，不是第一步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# Example training rhythm
question='誰在執行服務？'
systemctl show report-app -p User -p Group
question='服務有沒有錯誤？'
journalctl -u report-app --since '10 min ago' | grep -iE 'error|fail|denied'
question='修改前後差異？'
diff -u before.txt after.txt ||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Training Phase Deck</dc:title>
  <dc:subject>Linux Training</dc:subject>
  <dc:creator>OpenAI</dc:creator>
  <cp:lastModifiedBy>OpenAI</cp:lastModifiedBy>
  <cp:revision>1</cp:revision>
  <dcterms:created xsi:type="dcterms:W3CDTF">2026-09-12T18:16:33Z</dcterms:created>
  <dcterms:modified xsi:type="dcterms:W3CDTF">2026-09-12T18:16:33Z</dcterms:modified>
</cp:coreProperties>
</file>