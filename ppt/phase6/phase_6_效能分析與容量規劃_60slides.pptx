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Arial"/>
              </a:rPr>
              <a:t>Phase 6｜效能分析與容量規劃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B6B7E"/>
                </a:solidFill>
                <a:latin typeface="Arial"/>
              </a:rPr>
              <a:t>Baseline / Measure / Isolate / Tune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9875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F2937"/>
                </a:solidFill>
                <a:latin typeface="Arial"/>
              </a:defRPr>
            </a:pPr>
            <a:r>
              <a:t>系統沒有壞，但使用量變大後變慢，需要找 bottleneck 與預估容量。</a:t>
            </a:r>
          </a:p>
          <a:p>
            <a:pPr>
              <a:defRPr sz="2200">
                <a:solidFill>
                  <a:srgbClr val="1F2937"/>
                </a:solidFill>
                <a:latin typeface="Arial"/>
              </a:defRPr>
            </a:pPr>
            <a:r>
              <a:t>目標：形成可教、可練、可驗證、可回復的 Linux 操作流程。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1/60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本次大綱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效能分析與容量規劃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2/60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故事背景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系統狀態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Workflow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指令組合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Lab / Scenario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Verify / Rollback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交付物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學習目標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效能分析與容量規劃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3/60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能建立效能基準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能定位 CPU/RAM/I/O/Network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能比較 tuning 前後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能做 capacity forecast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教學節奏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效能分析與容量規劃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4/60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先給場景，再給指令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先讀狀態，再做變更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每一段都要 verify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最後必須 rollback/reset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安全邊界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效能分析與容量規劃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5/60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危險操作優先在 runtime sandbox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真實 user/systemd/firewall 需明確確認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每次變更前先保存 before state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資料與檔案位置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效能分析與容量規劃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6/60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phase*/labs 或 phase*/scenarios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common/report-app 與 common/report-worker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runtime/ 保存訓練狀態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tests/ 驗證腳本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Workflow 主流程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Baseline / Measure / Isolate / Tune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7/60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94560"/>
            <a:ext cx="1234440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7088" y="2395728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5B6B7E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93392" y="2194560"/>
            <a:ext cx="1234440" cy="7315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395728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5B6B7E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2424" y="2194560"/>
            <a:ext cx="1234440" cy="7315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Isolate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395728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5B6B7E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91456" y="2194560"/>
            <a:ext cx="1234440" cy="7315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Tune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4183" y="2395728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5B6B7E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2194560"/>
            <a:ext cx="1234440" cy="7315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43216" y="2395728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5B6B7E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2194560"/>
            <a:ext cx="1234440" cy="7315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Monitor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42248" y="2395728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5B6B7E"/>
                </a:solidFill>
                <a:latin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88552" y="2194560"/>
            <a:ext cx="1234440" cy="7315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Rollback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7033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系統沒有壞，但使用量變大後變慢，需要找 bottleneck 與預估容量。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每一步都要留下可驗證證據；失敗要能 rollback/reset。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系統故事與服務關係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效能分析與容量規劃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8/60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194560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Linux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463040"/>
            <a:ext cx="2286000" cy="7315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Report App :8080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463040"/>
            <a:ext cx="2286000" cy="7315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Report Worker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3108960"/>
            <a:ext cx="2926080" cy="7315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Data / Logs / Config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108960"/>
            <a:ext cx="2468880" cy="7315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Scripts /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720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同一套 Report 系統從接手、故障、建置、維運、恢復、效能、安全一路延伸。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核心指令地圖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常用指令搭配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9/60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10698480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600">
                <a:solidFill>
                  <a:srgbClr val="E5E7EB"/>
                </a:solidFill>
                <a:latin typeface="Consolas"/>
              </a:rPr>
              <a:t>lscpu uptime top mpstat
free meminfo vmstat
df -h df -i du
iostat -xz vmstat
ip -s ss sar iperf3
top ps pidstat
ps pmap free
vmstat sar -r swap
iostat pidstat -d
df du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教學要求：說明每個指令的目的、輸出怎麼判斷、下一步如何決策。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完成標準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效能分析與容量規劃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10/60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能說明目前狀態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能指出風險與下一步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能完成操作與驗證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能回復到 baseline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能留下報告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CPU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11/60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場景：CPU baseline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CPU baseline
lscpu uptime top mpstat
# record evidence
echo result &gt;&gt; runtime/reports/...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CPU baseline：指令與驗證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12/60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lscpu uptime top mpstat
./verify.sh
./rollback.sh  # if needed
./reset.sh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RAM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13/60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場景：RAM baseline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RAM baseline
free meminfo vmstat
# record evidence
echo result &gt;&gt; runtime/reports/...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RAM baseline：指令與驗證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14/60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free meminfo vmstat
./verify.sh
./rollback.sh  # if needed
./reset.sh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Disk 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15/60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場景：Disk usage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Disk usage
df -h df -i du
# record evidence
echo result &gt;&gt; runtime/reports/...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Disk usage：指令與驗證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16/60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df -h df -i du
./verify.sh
./rollback.sh  # if needed
./reset.sh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Disk I/O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17/60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場景：Disk I/O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Disk I/O
iostat -xz vmstat
# record evidence
echo result &gt;&gt; runtime/reports/...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Disk I/O：指令與驗證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18/60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iostat -xz vmstat
./verify.sh
./rollback.sh  # if needed
./reset.sh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Network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19/60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場景：Network baseline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Network baseline
ip -s ss sar iperf3
# record evidence
echo result &gt;&gt; runtime/reports/...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Network baseline：指令與驗證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20/60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ip -s ss sar iperf3
./verify.sh
./rollback.sh  # if needed
./reset.sh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High CPU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21/60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場景：High CPU process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High CPU process
top ps pidstat
# record evidence
echo result &gt;&gt; runtime/reports/...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High CPU process：指令與驗證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22/60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top ps pidstat
./verify.sh
./rollback.sh  # if needed
./reset.sh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High RAM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23/60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場景：High RAM process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High RAM process
ps pmap free
# record evidence
echo result &gt;&gt; runtime/reports/...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High RAM process：指令與驗證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24/60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ps pmap free
./verify.sh
./rollback.sh  # if needed
./reset.sh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Memory pressure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25/60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場景：Memory pressure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Memory pressure
vmstat sar -r swap
# record evidence
echo result &gt;&gt; runtime/reports/...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Memory pressure：指令與驗證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26/60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vmstat sar -r swap
./verify.sh
./rollback.sh  # if needed
./reset.sh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I/O bottleneck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27/60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場景：I/O bottleneck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I/O bottleneck
iostat pidstat -d
# record evidence
echo result &gt;&gt; runtime/reports/...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I/O bottleneck：指令與驗證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28/60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iostat pidstat -d
./verify.sh
./rollback.sh  # if needed
./reset.sh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Disk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29/60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場景：Disk growth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Disk growth
df du history
# record evidence
echo result &gt;&gt; runtime/reports/...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Disk growth：指令與驗證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30/60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df du history
./verify.sh
./rollback.sh  # if needed
./reset.sh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Network latency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31/60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場景：Network latency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Network latency
ping iperf3 sar ss
# record evidence
echo result &gt;&gt; runtime/reports/...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Network latency：指令與驗證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32/60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ping iperf3 sar ss
./verify.sh
./rollback.sh  # if needed
./reset.sh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Response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33/60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場景：Response time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Response time
curl -w metrics
# record evidence
echo result &gt;&gt; runtime/reports/...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Response time：指令與驗證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34/60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curl -w metrics
./verify.sh
./rollback.sh  # if needed
./reset.sh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Thread 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35/60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場景：Thread count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Thread count
ps -eLf pidstat -t
# record evidence
echo result &gt;&gt; runtime/reports/...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Thread count：指令與驗證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36/60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ps -eLf pidstat -t
./verify.sh
./rollback.sh  # if needed
./reset.sh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Open files / FD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37/60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場景：Open files / FD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Open files / FD
lsof /proc/PID/fd ulimit
# record evidence
echo result &gt;&gt; runtime/reports/...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Open files / FD：指令與驗證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38/60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lsof /proc/PID/fd ulimit
./verify.sh
./rollback.sh  # if needed
./reset.sh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Connection/socket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39/60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場景：Connection/socket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Connection/socket
ss -s ss -tan
# record evidence
echo result &gt;&gt; runtime/reports/...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Connection/socket：指令與驗證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40/60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ss -s ss -tan
./verify.sh
./rollback.sh  # if needed
./reset.sh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Priority 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41/60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場景：Priority tuning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Priority tuning
nice renice
# record evidence
echo result &gt;&gt; runtime/reports/...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Priority tuning：指令與驗證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42/60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nice renice
./verify.sh
./rollback.sh  # if needed
./reset.sh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Service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43/60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場景：Service limits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Service limits
CPUQuota MemoryMax
# record evidence
echo result &gt;&gt; runtime/reports/...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Service limits：指令與驗證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44/60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CPUQuota MemoryMax
./verify.sh
./rollback.sh  # if needed
./reset.sh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Cache/buffer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45/60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場景：Cache/buffer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Cache/buffer
sysctl app cache
# record evidence
echo result &gt;&gt; runtime/reports/...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Cache/buffer：指令與驗證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46/60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sysctl app cache
./verify.sh
./rollback.sh  # if needed
./reset.sh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Remove workload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47/60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場景：Remove workload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Remove workload
systemctl stop disable
# record evidence
echo result &gt;&gt; runtime/reports/...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Remove workload：指令與驗證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48/60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systemctl stop disable
./verify.sh
./rollback.sh  # if needed
./reset.sh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Stress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Scenario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49/60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場景：Stress test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先觀察目前狀態，不急著修改。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判斷正常 / 異常 / 風險。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留下操作前證據，避免無法回復。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# inspect Stress test
stress-ng fio iperf3
# record evidence
echo result &gt;&gt; runtime/reports/...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Stress test：指令與驗證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Commands / Verify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50/60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指令不是背單字，而是串成決策流程。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verify 必須能證明結果。</a:t>
            </a:r>
          </a:p>
          <a:p>
            <a:pPr>
              <a:defRPr sz="1900">
                <a:solidFill>
                  <a:srgbClr val="1F2937"/>
                </a:solidFill>
                <a:latin typeface="Arial"/>
              </a:defRPr>
            </a:pPr>
            <a:r>
              <a:t>rollback/reset 必須能回到可訓練狀態。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07492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>
                <a:solidFill>
                  <a:srgbClr val="E5E7EB"/>
                </a:solidFill>
                <a:latin typeface="Consolas"/>
              </a:rPr>
              <a:t>stress-ng fio iperf3
./verify.sh
./rollback.sh  # if needed
./reset.sh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Lab 操作規則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效能分析與容量規劃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51/60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每次先跑 prepare / baseline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學生自己下指令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verify.sh 只驗結果，不替學生操作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reset.sh 回到可重練狀態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常見錯誤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效能分析與容量規劃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52/60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只看一個指標就下結論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沒有保存 before state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修完沒有做功能驗證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rollback 沒有實際測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教師檢查點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效能分析與容量規劃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53/60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能解釋輸出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能說明下一步判斷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能區分症狀與原因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能完成紀錄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學生交付物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效能分析與容量規劃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54/60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指令紀錄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狀態截圖/文字輸出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verify 結果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rollback/reset 結果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最終報告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與前後 Phase 的關係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效能分析與容量規劃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55/60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Phase 6 是整套主幹的一層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前面能力會被重複使用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後面 Phase 會增加範圍與複雜度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Assessment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效能分析與容量規劃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56/60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給一個未知狀態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要求學生列出觀察順序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要求說明每一步為何需要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Assessment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效能分析與容量規劃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57/60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給一個變更需求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要求學生寫 plan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要求列出 verify/rollback 條件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Assessment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效能分析與容量規劃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58/60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給一個錯誤結果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要求學生判斷要診斷、回復或重做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本 Phase 總結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效能分析與容量規劃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59/60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系統沒有壞，但使用量變大後變慢，需要找 bottleneck 與預估容量。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核心不是背指令，而是形成可驗證流程。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Arial"/>
              </a:rPr>
              <a:t>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E"/>
                </a:solidFill>
                <a:latin typeface="Arial"/>
              </a:rPr>
              <a:t>效能分析與容量規劃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E"/>
                </a:solidFill>
                <a:latin typeface="Arial"/>
              </a:rPr>
              <a:t>Phase 6 · 60/60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進入下一個 Phase 前，先確認本 Phase 能獨立完成。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