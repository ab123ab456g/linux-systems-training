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Phase 5｜備份還原與災難恢復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B6B7E"/>
                </a:solidFill>
                <a:latin typeface="Arial"/>
              </a:rPr>
              <a:t>Assess / Select / Protect /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重大事故後，選擇恢復點，保護現況，恢復資料與服務。</a:t>
            </a:r>
          </a:p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目標：形成可教、可練、可驗證、可回復的 Linux 操作流程。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1/60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本次大綱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故事背景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Workflow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指令組合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Lab / Scenario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/ Rollback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交付物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能判斷災損範圍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能選擇有效恢復點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能保護事故現場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能完成服務恢復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教學節奏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先給場景，再給指令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先讀狀態，再做變更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每一段都要 verify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最後必須 rollback/reset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安全邊界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危險操作優先在 runtime sandbox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真實 user/systemd/firewall 需明確確認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每次變更前先保存 before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資料與檔案位置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phase*/labs 或 phase*/scenarios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common/report-app 與 common/report-worker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runtime/ 保存訓練狀態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tests/ 驗證腳本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Workflow 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Assess / Select / Protect /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7/60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234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Assess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2194560"/>
            <a:ext cx="123444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Select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123444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Protect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2194560"/>
            <a:ext cx="1234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3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194560"/>
            <a:ext cx="123444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Verify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94560"/>
            <a:ext cx="1234440" cy="7315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Failback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2194560"/>
            <a:ext cx="1234440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Close Incident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重大事故後，選擇恢復點，保護現況，恢復資料與服務。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每一步都要留下可驗證證據；失敗要能 rollback/reset。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系統故事與服務關係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8/60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1945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Linux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22860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App 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228600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108960"/>
            <a:ext cx="29260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 / Logs /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4688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Scripts /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同一套 Report 系統從接手、故障、建置、維運、恢復、效能、安全一路延伸。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核心指令地圖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常用指令搭配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9/60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600">
                <a:solidFill>
                  <a:srgbClr val="E5E7EB"/>
                </a:solidFill>
                <a:latin typeface="Consolas"/>
              </a:rPr>
              <a:t>ls stat df journalctl
find ls rsync --list-only
sha256sum tar -tf dry-run
cp -a tar rsync snapshot
cp rsync diff checksum
rsync tar file count
diff restore config syntax
dump import schema rows
deploy stable downgrade
systemctl cat daemon-reload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教學要求：說明每個指令的目的、輸出怎麼判斷、下一步如何決策。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完成標準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能說明目前狀態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能指出風險與下一步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能完成操作與驗證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能回復到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能留下報告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場景：Assess loss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Assess loss
ls stat df journalctl
# record evidence
echo result &gt;&gt; runtime/reports/...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 loss：指令與驗證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 stat df journalctl
./verify.sh
./rollback.sh  # if needed
./reset.sh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Available backups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場景：Available backups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Available backups
find ls rsync --list-only
# record evidence
echo result &gt;&gt; runtime/reports/...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Available backups：指令與驗證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find ls rsync --list-only
./verify.sh
./rollback.sh  # if needed
./reset.sh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Backup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場景：Backup integrity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Backup integrity
sha256sum tar -tf dry-run
# record evidence
echo result &gt;&gt; runtime/reports/...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Backup integrity：指令與驗證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sha256sum tar -tf dry-run
./verify.sh
./rollback.sh  # if needed
./reset.sh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Current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場景：Current snapshot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Current snapshot
cp -a tar rsync snapshot
# record evidence
echo result &gt;&gt; runtime/reports/...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Current snapshot：指令與驗證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cp -a tar rsync snapshot
./verify.sh
./rollback.sh  # if needed
./reset.sh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19/60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file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file
cp rsync diff checksum
# record evidence
echo result &gt;&gt; runtime/reports/...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file：指令與驗證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cp rsync diff checksum
./verify.sh
./rollback.sh  # if needed
./reset.sh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directory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directory
rsync tar file count
# record evidence
echo result &gt;&gt; runtime/reports/...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directory：指令與驗證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rsync tar file count
./verify.sh
./rollback.sh  # if needed
./reset.sh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config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config
diff restore config syntax
# record evidence
echo result &gt;&gt; runtime/reports/...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config：指令與驗證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diff restore config syntax
./verify.sh
./rollback.sh  # if needed
./reset.sh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DB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DB
dump import schema rows
# record evidence
echo result &gt;&gt; runtime/reports/...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DB：指令與驗證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dump import schema rows
./verify.sh
./rollback.sh  # if needed
./reset.sh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app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app version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app version
deploy stable downgrade
# record evidence
echo result &gt;&gt; runtime/reports/...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app version：指令與驗證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deploy stable downgrade
./verify.sh
./rollback.sh  # if needed
./reset.sh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29/60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systemd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systemd
systemctl cat daemon-reload
# record evidence
echo result &gt;&gt; runtime/reports/...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systemd：指令與驗證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systemctl cat daemon-reload
./verify.sh
./rollback.sh  # if needed
./reset.sh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permissions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permissions
id groups chmod chown
# record evidence
echo result &gt;&gt; runtime/reports/...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permissions：指令與驗證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id groups chmod chown
./verify.sh
./rollback.sh  # if needed
./reset.sh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disk/FS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disk/FS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disk/FS
lsblk fsck mount image
# record evidence
echo result &gt;&gt; runtime/reports/...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disk/FS：指令與驗證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lsblk fsck mount image
./verify.sh
./rollback.sh  # if needed
./reset.sh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network/DNS/FW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network/DNS/FW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network/DNS/FW
ip resolvectl nft curl
# record evidence
echo result &gt;&gt; runtime/reports/...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network/DNS/FW：指令與驗證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ip resolvectl nft curl
./verify.sh
./rollback.sh  # if needed
./reset.sh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場景：Restore schedule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Restore schedule
crontab list-timers logs
# record evidence
echo result &gt;&gt; runtime/reports/...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Restore schedule：指令與驗證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crontab list-timers logs
./verify.sh
./rollback.sh  # if needed
./reset.sh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Rebuild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39/60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場景：Rebuild service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Rebuild service
install deploy start
# record evidence
echo result &gt;&gt; runtime/reports/...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Rebuild service：指令與驗證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install deploy start
./verify.sh
./rollback.sh  # if needed
./reset.sh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Data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場景：Data consistency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Data consistency
checksum row count business
# record evidence
echo result &gt;&gt; runtime/reports/...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Data consistency：指令與驗證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checksum row count business
./verify.sh
./rollback.sh  # if needed
./reset.sh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場景：Service availability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Service availability
systemctl ss curl POST
# record evidence
echo result &gt;&gt; runtime/reports/...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availability：指令與驗證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systemctl ss curl POST
./verify.sh
./rollback.sh  # if needed
./reset.sh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Traffic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場景：Traffic switch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Traffic switch
proxy DNS route health
# record evidence
echo result &gt;&gt; runtime/reports/...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Traffic switch：指令與驗證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proxy DNS route health
./verify.sh
./rollback.sh  # if needed
./reset.sh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New recovery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場景：New recovery point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New recovery point
incident report snapshot
# record evidence
echo result &gt;&gt; runtime/reports/...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New recovery point：指令與驗證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incident report snapshot
./verify.sh
./rollback.sh  # if needed
./reset.sh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49/60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場景：Assess loss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Assess loss
ls stat df journalctl
# record evidence
echo result &gt;&gt; runtime/reports/...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 loss：指令與驗證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 stat df journalctl
./verify.sh
./rollback.sh  # if needed
./reset.sh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Lab 操作規則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每次先跑 prepare /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學生自己下指令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verify.sh 只驗結果，不替學生操作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reset.sh 回到可重練狀態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常見錯誤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只看一個指標就下結論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沒有保存 before state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修完沒有做功能驗證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 沒有實際測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教師檢查點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能解釋輸出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能說明下一步判斷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能區分症狀與原因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能完成紀錄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學生交付物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指令紀錄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狀態截圖/文字輸出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rollback/reset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最終報告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與前後 Phase 的關係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 5 是整套主幹的一層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前面能力會被重複使用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後面 Phase 會增加範圍與複雜度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給一個未知狀態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要求學生列出觀察順序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要求說明每一步為何需要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給一個變更需求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要求學生寫 plan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要求列出 verify/rollback 條件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給一個錯誤結果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要求學生判斷要診斷、回復或重做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 Phase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59/60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重大事故後，選擇恢復點，保護現況，恢復資料與服務。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核心不是背指令，而是形成可驗證流程。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備份還原與災難恢復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5 · 60/60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進入下一個 Phase 前，先確認本 Phase 能獨立完成。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