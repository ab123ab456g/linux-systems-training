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notesMasterIdLst>
    <p:notesMasterId r:id="rId6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4｜日常維運與變更管理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Controlled Change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Report App / Worker 已上線。現在要安全做套件更新、版本更新、設定變更、備份、恢復與 post-change monitor。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93192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005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7552" y="4261104"/>
            <a:ext cx="1514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環境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48712" y="393192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1864" y="4005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21864" y="4261104"/>
            <a:ext cx="1514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紀錄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3024" y="393192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6176" y="4005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56176" y="4261104"/>
            <a:ext cx="1514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實驗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17336" y="393192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4005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90488" y="4261104"/>
            <a:ext cx="1514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驗證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51648" y="393192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24800" y="4005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24800" y="4261104"/>
            <a:ext cx="1514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回復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585960" y="3931920"/>
            <a:ext cx="166116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59112" y="4005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59112" y="4261104"/>
            <a:ext cx="1514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交付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本階段故事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4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沿用同一台 Report Platform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Report App / Worker 已上線。現在要安全做套件更新、版本更新、設定變更、備份、恢復與 post-change monitor。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每個 Lab 都必須先看機器狀態，再進入操作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學習目標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4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能說明本次操作要改什麼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能建立 before/after machine record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能用原生命令與 verify.sh 雙重驗證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能 rollback / reset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標準實驗節奏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4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1. 環境設定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2. Machine Record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3. Baseline / Inventory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4. Prepare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5. Operation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6. Verify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7. Record After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8. Rollback / Reset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安全邊界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4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預設使用 runtime/ sandbox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高風險指令需先 dry-run 或 teacher mode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不直接破壞真實 user/firewall/systemd/mount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所有變更前先記錄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目錄與工作位置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4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6/60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linux-training/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phase4/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runtime/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records/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tests/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docs/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Machine Record：為什麼要做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4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7/60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避免不知道改了什麼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讓 before/after 可比較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verify 失敗時能回推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形成真實維運習慣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Baseline Command 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4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8/60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hostnamectl / uname / os-release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whoami / id / groups / sudo -l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ip addr / ip route / ss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lsblk / df / findmnt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systemctl / journalctl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Lab Script 角色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4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9/60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prepare.sh：建立實驗素材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verify.sh：自動驗收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rollback.sh：回到變更前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reset.sh：回到 Lab 初始狀態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本階段交付物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Phase 4 基礎說明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10/60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machine-record before/after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command output evidence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verify result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rollback/reset evidence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final report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共同開場：建立 Machine Record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每個 Lab 都先做，不要直接下修改指令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11/60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1234440"/>
            <a:ext cx="10607040" cy="5074920"/>
          </a:xfrm>
          <a:prstGeom prst="roundRect">
            <a:avLst>
              <a:gd name="adj" fmla="val 1081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325880"/>
            <a:ext cx="10387584" cy="491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~/linux-training-records/phase4/labXX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hostnamectl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uname -a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cat /etc/os-release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whoami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groups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ip addr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ip route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lsblk -f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df -h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~/linux-training-records/phase4/labXX/before.txt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01. Change Request 與 Before State｜場景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每次變更先定義範圍與風險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12/60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每次變更先定義範圍與風險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01. Change Request 與 Before State｜環境與初始紀錄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13/60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~/linux-training/phase4/scenarios/01-*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~/linux-training-records/phase4/01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~/linux-training-records/phase4/01/pwd.txt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~/linux-training-records/phase4/01/host.txt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~/linux-training-records/phase4/01/user.txt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~/linux-training-records/phase4/01/user.txt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01. Change Request 與 Before State｜指令說明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14/60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./baseline.sh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systemctl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ss -tulpn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journalctl -p err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cp -a config backup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01. Change Request 與 Before State｜操作流程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15/60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建立 CR 編號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記錄 before state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定義 verify/rollback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取得可恢復點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01. Change Request 與 Before State｜After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16/60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~/linux-training-records/phase4/01/after.txt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~/linux-training-records/phase4/01/before.txt   ~/linux-training-records/phase4/01/after.txt   &gt; ~/linux-training-records/phase4/01/diff.txt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01. Change Request 與 Before State｜Verify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17/60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02. Package Update｜場景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模擬 report-helper 1.0 → 1.1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18/60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模擬 report-helper 1.0 → 1.1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02. Package Update｜環境與初始紀錄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19/60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~/linux-training/phase4/scenarios/02-*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~/linux-training-records/phase4/02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~/linux-training-records/phase4/02/pwd.txt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~/linux-training-records/phase4/02/host.txt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~/linux-training-records/phase4/02/user.txt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~/linux-training-records/phase4/02/user.txt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02. Package Update｜指令說明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20/60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dpkg -l | grep report-helper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apt policy report-helper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apt install ./report-helper_1.1_amd64.deb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--version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02. Package Update｜操作流程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21/60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查版本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安裝新 deb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restart service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verify app/worker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02. Package Update｜After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22/60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~/linux-training-records/phase4/02/after.txt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~/linux-training-records/phase4/02/before.txt   ~/linux-training-records/phase4/02/after.txt   &gt; ~/linux-training-records/phase4/02/diff.txt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02. Package Update｜Verify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23/60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03. App Release / Rollout｜場景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v1.0 → v1.1，失敗可切回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24/60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v1.0 → v1.1，失敗可切回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03. App Release / Rollout｜環境與初始紀錄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25/60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~/linux-training/phase4/scenarios/03-*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~/linux-training-records/phase4/03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~/linux-training-records/phase4/03/pwd.txt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~/linux-training-records/phase4/03/host.txt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~/linux-training-records/phase4/03/user.txt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~/linux-training-records/phase4/03/user.txt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03. App Release / Rollout｜指令說明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26/60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ls -l releases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ln -sfn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systemctl restart report-app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curl /health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journalctl -u report-app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03. App Release / Rollout｜操作流程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27/60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準備 artifact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切 current symlink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health check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monitor error rate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03. App Release / Rollout｜After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28/60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~/linux-training-records/phase4/03/after.txt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~/linux-training-records/phase4/03/before.txt   ~/linux-training-records/phase4/03/after.txt   &gt; ~/linux-training-records/phase4/03/diff.txt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03. App Release / Rollout｜Verify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29/60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04. Config / Env / Permission Change｜場景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修改設定又不破壞功能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30/60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修改設定又不破壞功能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04. Config / Env / Permission Change｜環境與初始紀錄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31/60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~/linux-training/phase4/scenarios/04-*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~/linux-training-records/phase4/04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~/linux-training-records/phase4/04/pwd.txt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~/linux-training-records/phase4/04/host.txt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~/linux-training-records/phase4/04/user.txt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~/linux-training-records/phase4/04/user.txt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04. Config / Env / Permission Change｜指令說明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32/60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grep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diff -u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chmod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chown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6. systemctl show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7. printenv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04. Config / Env / Permission Change｜操作流程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33/60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backup config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改 MAX_REPORTS/env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調整 group/mode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syntax + service test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04. Config / Env / Permission Change｜After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34/60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~/linux-training-records/phase4/04/after.txt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~/linux-training-records/phase4/04/before.txt   ~/linux-training-records/phase4/04/after.txt   &gt; ~/linux-training-records/phase4/04/diff.txt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04. Config / Env / Permission Change｜Verify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35/60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05. Service / Port / Firewall Change｜場景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調整 unit、port、rule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36/60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調整 unit、port、rule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05. Service / Port / Firewall Change｜環境與初始紀錄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37/60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~/linux-training/phase4/scenarios/05-*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~/linux-training-records/phase4/05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~/linux-training-records/phase4/05/pwd.txt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~/linux-training-records/phase4/05/host.txt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~/linux-training-records/phase4/05/user.txt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~/linux-training-records/phase4/05/user.txt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05. Service / Port / Firewall Change｜指令說明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38/60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systemctl cat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ss -tulpn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ufw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nft list ruleset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curl -v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05. Service / Port / Firewall Change｜操作流程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39/60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改 Restart/MemoryMax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8080→8081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更新 Worker URL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調 firewall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05. Service / Port / Firewall Change｜After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40/60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~/linux-training-records/phase4/05/after.txt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~/linux-training-records/phase4/05/before.txt   ~/linux-training-records/phase4/05/after.txt   &gt; ~/linux-training-records/phase4/05/diff.txt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05. Service / Port / Firewall Change｜Verify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41/60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06. Network / DNS / Schedule Change｜場景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改 hostname、排程與維運時間窗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42/60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改 hostname、排程與維運時間窗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06. Network / DNS / Schedule Change｜環境與初始紀錄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43/60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~/linux-training/phase4/scenarios/06-*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~/linux-training-records/phase4/06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~/linux-training-records/phase4/06/pwd.txt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~/linux-training-records/phase4/06/host.txt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~/linux-training-records/phase4/06/user.txt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~/linux-training-records/phase4/06/user.txt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06. Network / DNS / Schedule Change｜指令說明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44/60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resolvectl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dig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crontab -l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systemctl list-timers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journalctl -u cron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06. Network / DNS / Schedule Change｜操作流程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45/60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report-app.internal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timer 02:00→03:30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避免 backup collision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手動跑 job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06. Network / DNS / Schedule Change｜After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46/60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~/linux-training-records/phase4/06/after.txt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~/linux-training-records/phase4/06/before.txt   ~/linux-training-records/phase4/06/after.txt   &gt; ~/linux-training-records/phase4/06/diff.txt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06. Network / DNS / Schedule Change｜Verify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47/60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07. Log / Disk / Backup / Restore｜場景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清理成長資料並驗證 restore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48/60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清理成長資料並驗證 restore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07. Log / Disk / Backup / Restore｜環境與初始紀錄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49/60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~/linux-training/phase4/scenarios/07-*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~/linux-training-records/phase4/07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~/linux-training-records/phase4/07/pwd.txt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~/linux-training-records/phase4/07/host.txt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~/linux-training-records/phase4/07/user.txt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~/linux-training-records/phase4/07/user.txt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07. Log / Disk / Backup / Restore｜指令說明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50/60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du -xhd1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find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journalctl --disk-usage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logrotate -d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tar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6. rsync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07. Log / Disk / Backup / Restore｜操作流程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51/60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先判斷可刪資料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設定 retention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建立 backup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restore drill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07. Log / Disk / Backup / Restore｜After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52/60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~/linux-training-records/phase4/07/after.txt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~/linux-training-records/phase4/07/before.txt   ~/linux-training-records/phase4/07/after.txt   &gt; ~/linux-training-records/phase4/07/diff.txt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07. Log / Disk / Backup / Restore｜Verify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53/60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08. Credential / Restart / Monitor｜場景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換 key、reload/restart、持續觀察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54/60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今天要解決什麼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換 key、reload/restart、持續觀察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先 inventory / baseline，再進入實驗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所有輸出要保存到 records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最後必須 verify + rollback/reset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不要做什麼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8232" y="2057400"/>
            <a:ext cx="484632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不要一開始就執行修改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不要只貼 ./verify.sh 不說明目的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不要沒有 before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不要把 rollback 與 reset 混用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08. Credential / Restart / Monitor｜環境與初始紀錄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先知道你站在哪台機器、哪個目錄、哪個 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55/60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~/linux-training/phase4/scenarios/08-*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~/linux-training-records/phase4/08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 &gt; ~/linux-training-records/phase4/08/pwd.txt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~/linux-training-records/phase4/08/host.txt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 &gt; ~/linux-training-records/phase4/08/user.txt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&gt;&gt; ~/linux-training-records/phase4/08/user.txt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058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這一頁不是教指令而已，是建立操作上下文。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• 學生必須能回答：我在哪台機器？用什麼身份？接下來會改哪裡？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08. Credential / Restart / Monitor｜指令說明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先拆開每個 command 的用途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56/60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49926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chmod 600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systemctl reload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systemctl restart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journalctl -f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curl /health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6. ./verify.sh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read 類指令：用來建立現況，不修改機器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類指令：用來證明結果符合預期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change 類指令：要先有 backup / rollback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同一組指令要能串成決策流程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08. Credential / Restart / Monitor｜操作流程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 prepare 到操作，不要跳步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57/60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進入資料夾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1552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4704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37304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0456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0456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手動操作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88808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1960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1960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原生命令驗證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14560" y="1325880"/>
            <a:ext cx="1752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7712" y="1399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87712" y="1655064"/>
            <a:ext cx="1606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verify.sh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2880360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./prepare.sh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根據本頁目標做手動操作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例：修改 config / 建立 service / 注入 fault / restore / 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rotate secret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判斷 reload vs restart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觀察 5/30/60 分鐘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完成 change report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08. Credential / Restart / Monitor｜After Record / Before-After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做完操作後再次記錄，才能知道差異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58/60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10698480" cy="3794760"/>
          </a:xfrm>
          <a:prstGeom prst="roundRect">
            <a:avLst>
              <a:gd name="adj" fmla="val 1446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325880"/>
            <a:ext cx="10479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systemctl --failed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ss -tulpn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journalctl -p err -n 30 --no-pager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 &gt; ~/linux-training-records/phase4/08/after.txt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diff -u   ~/linux-training-records/phase4/08/before.txt   ~/linux-training-records/phase4/08/after.txt   &gt; ~/linux-training-records/phase4/08/diff.txt ||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Before / After / Diff 是每個實驗的核心證據。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沒有 diff，就只是在憑印象說「好像改好了」。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08. Credential / Restart / Monitor｜Verify / Rollback / Reset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三個腳本的目的必須分清楚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59/60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25880"/>
            <a:ext cx="52669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./verify.sh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驗證目前狀態是否達成本 Lab 目標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./rollback.sh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如果本次 change 失敗，回到 change 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./reset.sh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Lab 結束或要重練，回到 Lab 初始狀態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 不是魔法：要先知道它在驗什麼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rollback 不是 reset：rollback 回變更前，reset 回 Lab 初始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跑完 rollback/reset 後仍要再 verify 或重新 read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日常維運與變更管理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4 完成標準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最後不是看完 PPT，而是能完整跑一次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60/60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188720" y="1417320"/>
            <a:ext cx="4846320" cy="472440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1463040"/>
            <a:ext cx="47914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項目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4846320" cy="472440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62472" y="1463040"/>
            <a:ext cx="47914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完成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188720" y="188976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92633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能說明環境與主機狀態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35040" y="188976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92633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188720" y="236220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239877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有 before machine record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35040" y="236220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1616" y="239877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188720" y="283464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25296" y="287121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能拆解指令用途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35040" y="283464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1616" y="287121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188720" y="330708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25296" y="334365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能完成實驗操作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35040" y="330708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71616" y="334365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188720" y="377952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25296" y="381609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有 after + diff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35040" y="377952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71616" y="381609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88720" y="425196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25296" y="428853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verify.sh 通過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35040" y="425196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71616" y="428853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188720" y="472440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25296" y="476097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rollback/reset 可說明差異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035040" y="4724400"/>
            <a:ext cx="4846320" cy="472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71616" y="476097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88720" y="519684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25296" y="523341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完成本階段 report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035040" y="5196840"/>
            <a:ext cx="4846320" cy="472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71616" y="5233416"/>
            <a:ext cx="477316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PHASE4｜常用指令族與參數變形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新增章節：常用指令族與情境搭配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這些頁面專門補「同一個指令的常用參數族」與實際場景搭配，不再只列主流程。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先看問題，再選指令變形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每個指令族要知道輸出代表什麼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搭配 grep/sed/awk/diff 形成操作證據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最後才進入 verify / rollback / reset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ACC15"/>
                </a:solidFill>
                <a:latin typeface="Microsoft JhengHei"/>
              </a:rPr>
              <a:t>操作邏輯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1. 先問要確認什麼</a:t>
            </a:r>
          </a:p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2. 下最小必要指令</a:t>
            </a:r>
          </a:p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3. 看輸出再決定下一步</a:t>
            </a:r>
          </a:p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4. 記錄 before/after</a:t>
            </a:r>
          </a:p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5. verify，不對就 rollback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550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Microsoft JhengHei"/>
              </a:rPr>
              <a:t>新增內容：command family / option variants / scenario usage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PHASE4｜常用指令族與參數變形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指令族：id / groups / getent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身份不是只看 whoami，而是拆 UID / GID / supplementary groups。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whoami：目前有效使用者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id：完整身份資訊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-u：只看 UID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-g：primary GID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-G：所有群組 ID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-nG：所有群組名稱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getent passwd/group：從系統資料庫查帳號與群組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whoami
id
id -u
id -g
id -G
id -nG
getent passwd reportapp
getent group report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PHASE4｜常用指令族與參數變形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指令族：ls / stat /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檔案狀態要分清楚存在、類型、owner、mode、時間與搜尋條件。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ls -l：看檔案類型、owner、group、mode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ls -la：包含 hidden files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stat：精準看 inode / mode / time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 -type f/d/l：依類型找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 -name：依名稱找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 -perm：找權限異常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 -mtime/-size：找時間與大小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ls -la /data/report-app
stat /etc/report-app/report-app.env
find /data/report-app -type f -name '*.json'
find /data/report-app -perm -002
find /var/log -type f -size +100M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PHASE4｜常用指令族與參數變形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指令族：grep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grep 不是只搜尋文字，而是從大量輸出中縮小範圍。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PATTERN file：基本搜尋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-i：忽略大小寫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-n：顯示行號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-v：排除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-E：OR / extended regex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-A/-B/-C：帶前後文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搭配 pipe：從 command output 篩選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journalctl -u report-app | grep -i error
systemctl list-units | grep report
ss -tulpn | grep ':8080'
grep -nE 'error|fail|denied' app.log
grep -C 3 'Permission denied' app.log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PHASE4｜常用指令族與參數變形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指令族：sed / awk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sed 處理行內替換，awk 處理欄位與報表。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sed -n：只印指定行/符合行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sed s/old/new/：替換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sed -i.bak：原地改並留備份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awk {print $1}：取欄位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awk 條件：依欄位過濾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搭配 sort/uniq：產生統計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sed -n '1,80p' /etc/report-app/report-app.env
sed -i.bak 's/PORT=8080/PORT=8081/' app.env
awk '{print $1,$2,$3}' access.log
awk '$9 &gt;= 500 {print}' access.log
awk '{count[$1]++} END {for (k in count) print k,count[k]}' access.log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PHASE4｜常用指令族與參數變形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指令族：systemctl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systemd 要看 unit 狀態、設定來源、是否開機啟動與相依關係。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status：目前狀態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is-active：給腳本判斷 active/inactive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is-enabled：是否開機啟動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cat：看 unit 原始內容與 drop-in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show：看展開後屬性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list-dependencies：看相依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daemon-reload：unit 改完重讀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systemctl status report-app
systemctl is-active report-app
systemctl is-enabled report-app
systemctl cat report-app
systemctl show report-app -p User -p Group -p ExecStart
systemctl list-dependencies report-app
sudo systemctl daemon-reload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PHASE4｜常用指令族與參數變形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指令族：journalctl / dmesg / 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Log 要用時間、unit、priority、PID、keyword 縮小。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journalctl -u：指定 service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journalctl -p err：只看錯誤等級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journalctl --since：用時間範圍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journalctl -f：即時追蹤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dmesg：kernel/device log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tail -f：檔案 log 即時追蹤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journalctl -u report-app --since '10 min ago'
journalctl -u report-app -p warning..alert
journalctl -xe
journalctl -f -u report-worker
dmesg | tail -n 50
tail -f /var/log/report-app/report-app.log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PHASE4｜常用指令族與參數變形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指令族：ip / ss / curl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Network 要從 interface、route、socket、HTTP 分層看。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ip addr：IP 與 interface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ip link：link up/down 與統計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ip route：路由表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ip route get：查單一目的地怎麼走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ss -tulpn：誰在 listen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ss -s：socket 摘要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curl -v/-w：拆 HTTP 連線時間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ip addr
ip link show
ip route
ip route get 8.8.8.8
ss -tulpn
ss -s
curl -v http://127.0.0.1:8080/health
curl -w 'total=%{time_total}
' -o /dev/null -s http://127.0.0.1:8080/health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PHASE4｜常用指令族與參數變形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指令族：df / du / lsblk / findmnt / blkid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Storage 要分 device、filesystem、mount point、容量與 inode。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lsblk -f：device + FS + mount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blkid：UUID/LABEL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findmnt：實際掛載關係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df -h：容量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df -i：inode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du -xhd1：找大目錄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mount/umount：掛載與卸載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lsblk -f
blkid
findmnt /data/report-app
df -h
df -i
du -xhd1 /data/report-app
mount | grep /data
sudo umount /mnt/lab-disk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PHASE4｜常用指令族與參數變形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指令族：ps / pgrep / top / lsof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Process 要找 PID、command、資源、open files、socket。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ps aux：全 process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pgrep -a：依名稱找 PID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pstree：看父子關係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top：即時資源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lsof -p：某 PID 開了什麼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lsof -i :PORT：誰占 port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/proc/PID：底層狀態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ps aux | grep report
pgrep -a report-worker
pstree -ap | grep report
top
lsof -p 1234
lsof -i :8080
ls /proc/1234/fd | wc -l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PHASE4｜常用指令族與參數變形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指令族：tar / rsync / diff / checksum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Backup/restore/migration 一定要驗證內容一致性。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tar -tf：先看壓縮檔內容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tar -xf：解出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rsync -a：保留屬性同步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rsync --dry-run：先預演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diff -r：比較目錄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sha256sum：檢查檔案一致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 + sort + checksum：做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tar -tf backup.tar.gz | head
tar -xf backup.tar.gz -C restore/
rsync -a --dry-run src/ dst/
rsync -a src/ dst/
diff -r src/ dst/
sha256sum report-001.json
find data -type f -print0 | sort -z | xargs -0 sha256sum &gt; manifest.txt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PHASE4｜常用指令族與參數變形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Phase 4 指令族重點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日常維運的核心是 before → change → after → diff。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cp -a/tar：先備份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diff：看設定差異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systemctl reload/restart：套用變更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journalctl：看變更後錯誤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curl/ss：功能驗證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rollback：回到 before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cp -a /etc/report-app/report-app.env /tmp/report-app.env.before
sed -i 's/PORT=8080/PORT=8081/' /etc/report-app/report-app.env
diff -u /tmp/report-app.env.before /etc/report-app/report-app.env
sudo systemctl restart report-app
curl http://127.0.0.1:8081/health
journalctl -u report-app --since '5 min ago' 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PHASE4｜常用指令族與參數變形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練習方式：一頁一個指令族，一次只解一個問題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學生要能回答：我為什麼下這個指令？這個參數讓我多知道什麼？下一步依據什麼決定？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不要把一串指令當咒語貼上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每次只新增一個觀察角度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輸出要保存成紀錄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能用 diff / grep 比較差異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verify.sh 是最後驗收，不是第一步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# Example training rhythm
question='誰在執行服務？'
systemctl show report-app -p User -p Group
question='服務有沒有錯誤？'
journalctl -u report-app --since '10 min ago' | grep -iE 'error|fail|denied'
question='修改前後差異？'
diff -u before.txt after.txt || true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Training Phase Deck</dc:title>
  <dc:subject>Linux Training</dc:subject>
  <dc:creator>OpenAI</dc:creator>
  <cp:lastModifiedBy>OpenAI</cp:lastModifiedBy>
  <cp:revision>1</cp:revision>
  <dcterms:created xsi:type="dcterms:W3CDTF">2026-09-12T18:16:33Z</dcterms:created>
  <dcterms:modified xsi:type="dcterms:W3CDTF">2026-09-12T18:16:33Z</dcterms:modified>
</cp:coreProperties>
</file>