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Phase 4｜日常維運與變更管理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B6B7E"/>
                </a:solidFill>
                <a:latin typeface="Arial"/>
              </a:rPr>
              <a:t>Observe / Plan / Backup /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200">
                <a:solidFill>
                  <a:srgbClr val="1F2937"/>
                </a:solidFill>
                <a:latin typeface="Arial"/>
              </a:defRPr>
            </a:pPr>
            <a:r>
              <a:t>目標：形成可教、可練、可驗證、可回復的 Linux 操作流程。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1/60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本次大綱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故事背景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系統狀態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Workflow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指令組合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Lab / Scenario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/ Rollback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交付物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能安全修改 production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能先備份再變更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能驗證 business function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能寫 Change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教學節奏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先給場景，再給指令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先讀狀態，再做變更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每一段都要 verify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最後必須 rollback/reset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安全邊界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危險操作優先在 runtime sandbox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真實 user/systemd/firewall 需明確確認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每次變更前先保存 before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資料與檔案位置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phase*/labs 或 phase*/scenarios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common/report-app 與 common/report-worker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runtime/ 保存訓練狀態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tests/ 驗證腳本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Workflow 主流程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Observe / Plan / Backup /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7/60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94560"/>
            <a:ext cx="123444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7088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93392" y="2194560"/>
            <a:ext cx="123444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Plan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94560"/>
            <a:ext cx="123444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Backup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1456" y="2194560"/>
            <a:ext cx="123444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3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94560"/>
            <a:ext cx="123444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194560"/>
            <a:ext cx="1234440" cy="7315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2248" y="2395728"/>
            <a:ext cx="137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5B6B7E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2194560"/>
            <a:ext cx="1234440" cy="7315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Rollback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7033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每一步都要留下可驗證證據；失敗要能 rollback/reset。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系統故事與服務關係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8/60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194560" cy="7315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Linux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463040"/>
            <a:ext cx="2286000" cy="7315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App :8080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463040"/>
            <a:ext cx="2286000" cy="7315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Report Worker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3108960"/>
            <a:ext cx="292608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 / Logs / Config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108960"/>
            <a:ext cx="2468880" cy="7315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Scripts /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同一套 Report 系統從接手、故障、建置、維運、恢復、效能、安全一路延伸。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核心指令地圖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常用指令搭配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9/60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698480" cy="438912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600">
                <a:solidFill>
                  <a:srgbClr val="E5E7EB"/>
                </a:solidFill>
                <a:latin typeface="Consolas"/>
              </a:rPr>
              <a:t>apt policy upgrade downgrade
release switch healthcheck
diff cp vim syntax check
chmod chown usermod getfacl
systemctl edit daemon-reload
ss curl config port
ufw nft allow deny
dig ip route resolver
systemctl timer cron
env .env printenv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教學要求：說明每個指令的目的、輸出怎麼判斷、下一步如何決策。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完成標準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能說明目前狀態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能指出風險與下一步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能完成操作與驗證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能回復到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能留下報告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場景：Package update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Package update
apt policy upgrade downgrade
# record evidence
echo result &gt;&gt; runtime/reports/...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 update：指令與驗證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apt policy upgrade downgrade
./verify.sh
./rollback.sh  # if needed
./reset.sh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App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場景：App upgrade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App upgrade
release switch healthcheck
# record evidence
echo result &gt;&gt; runtime/reports/...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App upgrade：指令與驗證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release switch healthcheck
./verify.sh
./rollback.sh  # if needed
./reset.sh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Config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場景：Config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Config change
diff cp vim syntax check
# record evidence
echo result &gt;&gt; runtime/reports/...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Config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diff cp vim syntax check
./verify.sh
./rollback.sh  # if needed
./reset.sh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Permission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場景：Permission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Permission change
chmod chown usermod getfacl
# record evidence
echo result &gt;&gt; runtime/reports/...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Permission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chmod chown usermod getfacl
./verify.sh
./rollback.sh  # if needed
./reset.sh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Service setting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19/60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場景：Service setting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Service setting
systemctl edit daemon-reload
# record evidence
echo result &gt;&gt; runtime/reports/...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Service setting：指令與驗證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edit daemon-reload
./verify.sh
./rollback.sh  # if needed
./reset.sh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場景：Port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Port change
ss curl config port
# record evidence
echo result &gt;&gt; runtime/reports/...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Port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ss curl config port
./verify.sh
./rollback.sh  # if needed
./reset.sh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Firewall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場景：Firewall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Firewall change
ufw nft allow deny
# record evidence
echo result &gt;&gt; runtime/reports/...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Firewall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ufw nft allow deny
./verify.sh
./rollback.sh  # if needed
./reset.sh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 / Network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場景：DNS / Network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DNS / Network change
dig ip route resolver
# record evidence
echo result &gt;&gt; runtime/reports/...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DNS / Network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dig ip route resolver
./verify.sh
./rollback.sh  # if needed
./reset.sh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Schedule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場景：Schedule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Schedule change
systemctl timer cron
# record evidence
echo result &gt;&gt; runtime/reports/...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Schedule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systemctl timer cron
./verify.sh
./rollback.sh  # if needed
./reset.sh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Environment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29/60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場景：Environment change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Environment change
env .env printenv
# record evidence
echo result &gt;&gt; runtime/reports/...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Environment change：指令與驗證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env .env printenv
./verify.sh
./rollback.sh  # if needed
./reset.sh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CPU/RAM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場景：CPU/RAM limits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CPU/RAM limits
CPUQuota MemoryMax Nice
# record evidence
echo result &gt;&gt; runtime/reports/...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CPU/RAM limits：指令與驗證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CPUQuota MemoryMax Nice
./verify.sh
./rollback.sh  # if needed
./reset.sh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場景：Log maintenance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Log maintenance
journalctl logrotate
# record evidence
echo result &gt;&gt; runtime/reports/...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Log maintenance：指令與驗證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journalctl logrotate
./verify.sh
./rollback.sh  # if needed
./reset.sh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Disk cleanup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場景：Disk cleanup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Disk cleanup
du find rm retention
# record evidence
echo result &gt;&gt; runtime/reports/...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Disk cleanup：指令與驗證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du find rm retention
./verify.sh
./rollback.sh  # if needed
./reset.sh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Backup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場景：Backup data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Backup data
tar rsync manifest
# record evidence
echo result &gt;&gt; runtime/reports/...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Backup data：指令與驗證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tar rsync manifest
./verify.sh
./rollback.sh  # if needed
./reset.sh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Restore drill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39/60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場景：Restore drill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Restore drill
restore checksum app test
# record evidence
echo result &gt;&gt; runtime/reports/...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Restore drill：指令與驗證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restore checksum app test
./verify.sh
./rollback.sh  # if needed
./reset.sh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Credential rotation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場景：Credential rotation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Credential rotation
rotate key permissions
# record evidence
echo result &gt;&gt; runtime/reports/...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Credential rotation：指令與驗證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rotate key permissions
./verify.sh
./rollback.sh  # if needed
./reset.sh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Reload / Restart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場景：Reload / Restart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Reload / Restart
reload restart PID logs
# record evidence
echo result &gt;&gt; runtime/reports/...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Reload / Restart：指令與驗證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reload restart PID logs
./verify.sh
./rollback.sh  # if needed
./reset.sh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Post-change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場景：Post-change monitoring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Post-change monitoring
metrics logs health
# record evidence
echo result &gt;&gt; runtime/reports/...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Post-change monitoring：指令與驗證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metrics logs health
./verify.sh
./rollback.sh  # if needed
./reset.sh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場景：Package update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Package update
apt policy upgrade downgrade
# record evidence
echo result &gt;&gt; runtime/reports/...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Package update：指令與驗證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apt policy upgrade downgrade
./verify.sh
./rollback.sh  # if needed
./reset.sh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App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Scenario /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49/60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場景：App upgrade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先觀察目前狀態，不急著修改。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判斷正常 / 異常 / 風險。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留下操作前證據，避免無法回復。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# inspect App upgrade
release switch healthcheck
# record evidence
echo result &gt;&gt; runtime/reports/...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App upgrade：指令與驗證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Commands / Verify /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指令不是背單字，而是串成決策流程。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verify 必須能證明結果。</a:t>
            </a:r>
          </a:p>
          <a:p>
            <a:pPr>
              <a:defRPr sz="1900">
                <a:solidFill>
                  <a:srgbClr val="1F2937"/>
                </a:solidFill>
                <a:latin typeface="Arial"/>
              </a:defRPr>
            </a:pPr>
            <a:r>
              <a:t>rollback/reset 必須能回到可訓練狀態。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074920" cy="411480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>
                <a:solidFill>
                  <a:srgbClr val="E5E7EB"/>
                </a:solidFill>
                <a:latin typeface="Consolas"/>
              </a:rPr>
              <a:t>release switch healthcheck
./verify.sh
./rollback.sh  # if needed
./reset.sh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Lab 操作規則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51/60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每次先跑 prepare / baseline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學生自己下指令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verify.sh 只驗結果，不替學生操作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reset.sh 回到可重練狀態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常見錯誤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52/60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只看一個指標就下結論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沒有保存 before state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修完沒有做功能驗證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 沒有實際測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教師檢查點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53/60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能解釋輸出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能說明下一步判斷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能區分症狀與原因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能完成紀錄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學生交付物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54/60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指令紀錄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狀態截圖/文字輸出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verify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rollback/reset 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最終報告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與前後 Phase 的關係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55/60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Phase 4 是整套主幹的一層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前面能力會被重複使用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後面 Phase 會增加範圍與複雜度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56/60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給一個未知狀態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要求學生列出觀察順序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要求說明每一步為何需要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57/60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給一個變更需求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要求學生寫 plan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要求列出 verify/rollback 條件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Assessment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58/60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給一個錯誤結果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要求學生判斷要診斷、回復或重做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本 Phase 總結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59/60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Report 系統已上線，開始處理 production-like 變更。</a:t>
            </a:r>
          </a:p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核心不是背指令，而是形成可驗證流程。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  <a:latin typeface="Arial"/>
              </a:rPr>
              <a:t>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841248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B7E"/>
                </a:solidFill>
                <a:latin typeface="Arial"/>
              </a:rPr>
              <a:t>日常維運與變更管理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B6B7E"/>
                </a:solidFill>
                <a:latin typeface="Arial"/>
              </a:rPr>
              <a:t>Phase 4 · 60/60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1F2937"/>
                </a:solidFill>
                <a:latin typeface="Arial"/>
              </a:defRPr>
            </a:pPr>
            <a:r>
              <a:t>進入下一個 Phase 前，先確認本 Phase 能獨立完成。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