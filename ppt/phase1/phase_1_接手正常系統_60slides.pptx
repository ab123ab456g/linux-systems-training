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notesMasterIdLst>
    <p:notesMasterId r:id="rId6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1｜接手正常系統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正常巡檢與安全操作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你拿到一台已正常運作的 Linux Server，上面跑著 Report App。目標是先看懂機器、做安全操作、留下完整紀錄。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環境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48712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1864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21864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紀錄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3024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6176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56176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實驗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17336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驗證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51648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4800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24800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回復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85960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9112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59112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交付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本階段故事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沿用同一台 Report Platform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你拿到一台已正常運作的 Linux Server，上面跑著 Report App。目標是先看懂機器、做安全操作、留下完整紀錄。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都必須先看機器狀態，再進入操作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學習目標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能說明本次操作要改什麼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能建立 before/after machine record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能用原生命令與 verify.sh 雙重驗證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 rollback / reset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標準實驗節奏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1. 環境設定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2. Machine Record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3. Baseline / Inventory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4. Prepare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5. Operation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6. Verify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7. Record After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8. Rollback / Reset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安全邊界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預設使用 runtime/ sandbox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高風險指令需先 dry-run 或 teacher mode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不直接破壞真實 user/firewall/systemd/mount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所有變更前先記錄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目錄與工作位置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linux-training/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phase1/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runtime/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records/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tests/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docs/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Machine Record：為什麼要做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7/60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避免不知道改了什麼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讓 before/after 可比較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 失敗時能回推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形成真實維運習慣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Baseline Command 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8/60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hostnamectl / uname / os-release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whoami / id / groups / sudo -l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ip addr / ip route / 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lsblk / df / findmnt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systemctl / journalctl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Lab Script 角色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9/60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prepare.sh：建立實驗素材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verify.sh：自動驗收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rollback.sh：回到變更前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reset.sh：回到 Lab 初始狀態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本階段交付物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1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10/60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machine-record before/after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command output evidence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 result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rollback/reset evidence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final report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共同開場：建立 Machine Record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每個 Lab 都先做，不要直接下修改指令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10607040" cy="5074920"/>
          </a:xfrm>
          <a:prstGeom prst="roundRect">
            <a:avLst>
              <a:gd name="adj" fmla="val 1081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10387584" cy="491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~/linux-training-records/phase1/labXX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hostnamectl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uname -a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cat /etc/os-release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whoami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groups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ip addr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ip route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lsblk -f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df -h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~/linux-training-records/phase1/labXX/before.txt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登入、身分與權限｜場景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確認我誰、在哪裡、能做什麼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確認我誰、在哪裡、能做什麼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登入、身分與權限｜環境與初始紀錄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~/linux-training/phase1/labs/01-*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~/linux-training-records/phase1/01/pwd.txt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~/linux-training-records/phase1/01/host.txt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~/linux-training-records/phase1/01/user.txt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~/linux-training-records/phase1/01/user.txt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登入、身分與權限｜指令說明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whoami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id -u -g -G -nG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groups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pwd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tty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sudo -l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登入、身分與權限｜操作流程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phase1/01 identity record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判讀 UID/GID/group/sudo 權限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test user/group sandbox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verify 後 reset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登入、身分與權限｜After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~/linux-training-records/phase1/01/after.txt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~/linux-training-records/phase1/01/before.txt   ~/linux-training-records/phase1/01/after.txt   &gt; ~/linux-training-records/phase1/01/diff.txt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登入、身分與權限｜Verify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Session 與登入紀錄｜場景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確認目前誰正在使用主機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確認目前誰正在使用主機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Session 與登入紀錄｜環境與初始紀錄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~/linux-training/phase1/labs/02-*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~/linux-training-records/phase1/02/pwd.txt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~/linux-training-records/phase1/02/host.txt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~/linux-training-records/phase1/02/user.txt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~/linux-training-records/phase1/02/user.txt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Session 與登入紀錄｜指令說明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who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last -n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lastlog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Session 與登入紀錄｜操作流程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保存目前登入者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比對未知 session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記錄 tty/source/time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不要任意 kill 正式 session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Session 與登入紀錄｜After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~/linux-training-records/phase1/02/after.txt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~/linux-training-records/phase1/02/before.txt   ~/linux-training-records/phase1/02/after.txt   &gt; ~/linux-training-records/phase1/02/diff.txt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Session 與登入紀錄｜Verify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OS / Kernel / Hardware｜場景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建立主機硬體與系統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建立主機硬體與系統 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OS / Kernel / Hardware｜環境與初始紀錄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~/linux-training/phase1/labs/03-*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~/linux-training-records/phase1/03/pwd.txt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~/linux-training-records/phase1/03/host.txt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~/linux-training-records/phase1/03/user.txt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~/linux-training-records/phase1/03/user.txt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OS / Kernel / Hardware｜指令說明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hostnamectl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uname -a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cat /etc/os-release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lscpu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lsmem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lspci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lsusb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OS / Kernel / Hardware｜操作流程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記錄版本與核心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記錄 CPU/RAM/PCI/USB/GPU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標示不可更動項目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保存 baseline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OS / Kernel / Hardware｜After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~/linux-training-records/phase1/03/after.txt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~/linux-training-records/phase1/03/before.txt   ~/linux-training-records/phase1/03/after.txt   &gt; ~/linux-training-records/phase1/03/diff.txt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OS / Kernel / Hardware｜Verify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Disk / Mount / Filesystem｜場景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確認資料碟、掛載點、容量與 inode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確認資料碟、掛載點、容量與 inode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Disk / Mount / Filesystem｜環境與初始紀錄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~/linux-training/phase1/labs/04-*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~/linux-training-records/phase1/04/pwd.txt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~/linux-training-records/phase1/04/host.txt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~/linux-training-records/phase1/04/user.txt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~/linux-training-records/phase1/04/user.txt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Disk / Mount / Filesystem｜指令說明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lsblk -f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blkid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findmnt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df -h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df -i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du -xhd1 /data 2&gt;/dev/null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Disk / Mount / Filesystem｜操作流程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確認 /data/report-app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loop/sandbox disk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mount/remount/umount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verify mount 與空間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Disk / Mount / Filesystem｜After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~/linux-training-records/phase1/04/after.txt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~/linux-training-records/phase1/04/before.txt   ~/linux-training-records/phase1/04/after.txt   &gt; ~/linux-training-records/phase1/04/diff.txt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Disk / Mount / Filesystem｜Verify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Network / DNS｜場景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確認 NIC、IP、Route、DNS 與對外連線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確認 NIC、IP、Route、DNS 與對外連線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Network / DNS｜環境與初始紀錄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~/linux-training/phase1/labs/05-*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~/linux-training-records/phase1/05/pwd.txt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~/linux-training-records/phase1/05/host.txt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~/linux-training-records/phase1/05/user.txt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~/linux-training-records/phase1/05/user.txt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Network / DNS｜指令說明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ip 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ip addr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ip route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ip route get 1.1.1.1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resolvectl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dig example.com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curl -I http://127.0.0.1:8080/health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Network / DNS｜操作流程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記錄 IP/route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dummy NIC sandbox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測 DNS 與 curl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reset network sandbox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Network / DNS｜After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~/linux-training-records/phase1/05/after.txt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~/linux-training-records/phase1/05/before.txt   ~/linux-training-records/phase1/05/after.txt   &gt; ~/linux-training-records/phase1/05/diff.txt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Network / DNS｜Verify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Process / Service / Port｜場景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找到 Report App 如何在系統中運作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找到 Report App 如何在系統中運作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Process / Service / Port｜環境與初始紀錄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~/linux-training/phase1/labs/06-*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~/linux-training-records/phase1/06/pwd.txt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~/linux-training-records/phase1/06/host.txt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~/linux-training-records/phase1/06/user.txt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~/linux-training-records/phase1/06/user.txt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Process / Service / Port｜指令說明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ps aux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pgrep -a report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pstree -p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systemctl status report-app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systemctl list-units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ss -tulpn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curl http://127.0.0.1:8080/health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Process / Service / Port｜操作流程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找 PID/service/port 對應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建立測試 service/listener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stop/restart 測試服務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驗證不影響 Report App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Process / Service / Port｜After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~/linux-training-records/phase1/06/after.txt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~/linux-training-records/phase1/06/before.txt   ~/linux-training-records/phase1/06/after.txt   &gt; ~/linux-training-records/phase1/06/diff.txt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Process / Service / Port｜Verify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Resource / Log / Package｜場景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確認資源、錯誤與 runtime dependency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確認資源、錯誤與 runtime dependency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Resource / Log / Package｜環境與初始紀錄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~/linux-training/phase1/labs/07-*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~/linux-training-records/phase1/07/pwd.txt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~/linux-training-records/phase1/07/host.txt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~/linux-training-records/phase1/07/user.txt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~/linux-training-records/phase1/07/user.txt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Resource / Log / Package｜指令說明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top -b -n1 |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free -h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vmstat 1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journalctl -p err -n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dmesg | tail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dpkg -l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apt policy python3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Resource / Log / Package｜操作流程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記錄 CPU/RAM/Disk 狀態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查錯誤 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查 runtime package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完成 resource baseline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Resource / Log / Package｜After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~/linux-training-records/phase1/07/after.txt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~/linux-training-records/phase1/07/before.txt   ~/linux-training-records/phase1/07/after.txt   &gt; ~/linux-training-records/phase1/07/diff.txt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Resource / Log / Package｜Verify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Schedule / Environment / Security / Report｜場景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確認自動工作、環境變數、防火牆，最後送出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確認自動工作、環境變數、防火牆，最後送出 Report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Schedule / Environment / Security / Report｜環境與初始紀錄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~/linux-training/phase1/labs/08-*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~/linux-training-records/phase1/08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~/linux-training-records/phase1/08/pwd.txt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~/linux-training-records/phase1/08/host.txt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~/linux-training-records/phase1/08/user.txt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~/linux-training-records/phase1/08/user.txt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Schedule / Environment / Security / Report｜指令說明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crontab -l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systemctl list-timers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printenv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ufw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nft list ruleset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./verify.sh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Schedule / Environment / Security / Report｜操作流程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查 timer/cron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記錄 env/PATH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確認 firewall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POST system report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Schedule / Environment / Security / Report｜After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~/linux-training-records/phase1/08/after.txt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~/linux-training-records/phase1/08/before.txt   ~/linux-training-records/phase1/08/after.txt   &gt; ~/linux-training-records/phase1/08/diff.txt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Schedule / Environment / Security / Report｜Verify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接手正常系統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1 完成標準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最後不是看完 PPT，而是能完整跑一次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88720" y="1417320"/>
            <a:ext cx="4846320" cy="472440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463040"/>
            <a:ext cx="47914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4846320" cy="472440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463040"/>
            <a:ext cx="47914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完成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88720" y="188976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9263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能說明環境與主機狀態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88976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9263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88720" y="236220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23987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有 before machine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236220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23987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88720" y="283464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28712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能拆解指令用途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283464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28712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88720" y="330708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5296" y="334365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能完成實驗操作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35040" y="330708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334365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88720" y="377952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25296" y="381609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有 after + diff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0" y="377952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381609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88720" y="425196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5296" y="42885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verify.sh 通過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35040" y="425196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42885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88720" y="472440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25296" y="47609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 可說明差異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35040" y="472440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71616" y="47609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88720" y="519684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5296" y="52334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完成本階段 report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35040" y="519684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71616" y="52334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新增章節：常用指令族與情境搭配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這些頁面專門補「同一個指令的常用參數族」與實際場景搭配，不再只列主流程。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先看問題，再選指令變形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每個指令族要知道輸出代表什麼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grep/sed/awk/diff 形成操作證據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最後才進入 verify / rollback /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ACC15"/>
                </a:solidFill>
                <a:latin typeface="Microsoft JhengHei"/>
              </a:rPr>
              <a:t>操作邏輯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1. 先問要確認什麼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2. 下最小必要指令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3. 看輸出再決定下一步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4. 記錄 before/after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5. verify，不對就 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Microsoft JhengHei"/>
              </a:rPr>
              <a:t>新增內容：command family / option variants / scenario usage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指令族：id / groups / getent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身份不是只看 whoami，而是拆 UID / GID / supplementary groups。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whoami：目前有效使用者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id：完整身份資訊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-u：只看 UID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-g：primary GID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-G：所有群組 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-nG：所有群組名稱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getent passwd/group：從系統資料庫查帳號與群組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whoami
id
id -u
id -g
id -G
id -nG
getent passwd reportapp
getent group report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指令族：ls / stat /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檔案狀態要分清楚存在、類型、owner、mode、時間與搜尋條件。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 -l：看檔案類型、owner、group、mode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 -la：包含 hidden files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stat：精準看 inode / mode / time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-type f/d/l：依類型找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-name：依名稱找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-perm：找權限異常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-mtime/-size：找時間與大小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ls -la /data/report-app
stat /etc/report-app/report-app.env
find /data/report-app -type f -name '*.json'
find /data/report-app -perm -002
find /var/log -type f -size +100M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指令族：grep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grep 不是只搜尋文字，而是從大量輸出中縮小範圍。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PATTERN file：基本搜尋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-i：忽略大小寫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-n：顯示行號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-v：排除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-E：OR / extended regex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-A/-B/-C：帶前後文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pipe：從 command output 篩選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journalctl -u report-app | grep -i error
systemctl list-units | grep report
ss -tulpn | grep ':8080'
grep -nE 'error|fail|denied' app.log
grep -C 3 'Permission denied' app.log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指令族：sed / awk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sed 處理行內替換，awk 處理欄位與報表。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-n：只印指定行/符合行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s/old/new/：替換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-i.bak：原地改並留備份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awk {print $1}：取欄位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awk 條件：依欄位過濾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sort/uniq：產生統計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sed -n '1,80p' /etc/report-app/report-app.env
sed -i.bak 's/PORT=8080/PORT=8081/' app.env
awk '{print $1,$2,$3}' access.log
awk '$9 &gt;= 500 {print}' access.log
awk '{count[$1]++} END {for (k in count) print k,count[k]}' access.log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指令族：systemctl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systemd 要看 unit 狀態、設定來源、是否開機啟動與相依關係。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status：目前狀態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is-active：給腳本判斷 active/inactive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is-enabled：是否開機啟動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cat：看 unit 原始內容與 drop-in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show：看展開後屬性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list-dependencies：看相依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daemon-reload：unit 改完重讀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systemctl status report-app
systemctl is-active report-app
systemctl is-enabled report-app
systemctl cat report-app
systemctl show report-app -p User -p Group -p ExecStart
systemctl list-dependencies report-app
sudo systemctl daemon-reload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指令族：journalctl / dmesg /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Log 要用時間、unit、priority、PID、keyword 縮小。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-u：指定 service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-p err：只看錯誤等級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--since：用時間範圍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-f：即時追蹤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dmesg：kernel/device log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tail -f：檔案 log 即時追蹤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journalctl -u report-app --since '10 min ago'
journalctl -u report-app -p warning..alert
journalctl -xe
journalctl -f -u report-worker
dmesg | tail -n 50
tail -f /var/log/report-app/report-app.log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指令族：ip / ss / curl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Network 要從 interface、route、socket、HTTP 分層看。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addr：IP 與 interface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link：link up/down 與統計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route：路由表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route get：查單一目的地怎麼走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 -tulpn：誰在 listen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 -s：socket 摘要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curl -v/-w：拆 HTTP 連線時間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ip addr
ip link show
ip route
ip route get 8.8.8.8
ss -tulpn
ss -s
curl -v http://127.0.0.1:8080/health
curl -w 'total=%{time_total}
' -o /dev/null -s http://127.0.0.1:8080/health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指令族：df / du / lsblk / findmnt / blkid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Storage 要分 device、filesystem、mount point、容量與 inode。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lsblk -f：device + FS + mount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blkid：UUID/LABEL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findmnt：實際掛載關係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df -h：容量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df -i：inode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du -xhd1：找大目錄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mount/umount：掛載與卸載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lsblk -f
blkid
findmnt /data/report-app
df -h
df -i
du -xhd1 /data/report-app
mount | grep /data
sudo umount /mnt/lab-disk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指令族：ps / pgrep / top / lsof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Process 要找 PID、command、資源、open files、socket。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ps aux：全 process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pgrep -a：依名稱找 PID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pstree：看父子關係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top：即時資源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lsof -p：某 PID 開了什麼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lsof -i :PORT：誰占 port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/proc/PID：底層狀態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ps aux | grep report
pgrep -a report-worker
pstree -ap | grep report
top
lsof -p 1234
lsof -i :8080
ls /proc/1234/fd | wc -l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指令族：tar / rsync / diff / checksum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Backup/restore/migration 一定要驗證內容一致性。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tar -tf：先看壓縮檔內容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tar -xf：解出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rsync -a：保留屬性同步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rsync --dry-run：先預演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diff -r：比較目錄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sha256sum：檢查檔案一致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+ sort + checksum：做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tar -tf backup.tar.gz | head
tar -xf backup.tar.gz -C restore/
rsync -a --dry-run src/ dst/
rsync -a src/ dst/
diff -r src/ dst/
sha256sum report-001.json
find data -type f -print0 | sort -z | xargs -0 sha256sum &gt; manifest.txt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Phase 1 指令族重點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接手正常系統時，不急著修改，先用指令族建立 machine record。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Identity：whoami / id / groups / sudo -l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System：hostnamectl / uname / os-release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Storage：lsblk / findmnt / df / du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Network：ip / ss / curl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Service：systemctl / journalctl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Record：把輸出導到 records/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mkdir -p ~/linux-training-records/phase1
hostnamectl &gt; records/system.txt
id &gt; records/identity.txt
ip addr &gt; records/ip-addr.txt
ss -tulpn &gt; records/ports.txt
systemctl --failed &gt; records/failed-services.txt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Phase 1：id 參數族完整練習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這一頁專門補 id 的細節，不只背 id。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id：完整身份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-u：UID，用在腳本判斷是否 root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-g：primary GID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-G：全部 GID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-nG：群組名稱，最常讀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user：查指定使用者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id
id -u
id -g
id -G
id -nG
id reportapp
[[ $(id -u) -eq 0 ]] &amp;&amp; echo root || echo normal-user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Phase 1：grep 搭配巡檢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巡檢時 grep 用來從大量清單中找目標。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找 report 相關 service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找 8080 port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找錯誤 log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找特定 user/group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找 mount 或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systemctl list-units | grep report
ss -tulpn | grep ':8080'
journalctl -p err | grep -i report
getent passwd | grep report
lsblk -f | grep data
dpkg -l | grep -E 'python|nginx|redis'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PHASE1｜常用指令族與參數變形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練習方式：一頁一個指令族，一次只解一個問題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學生要能回答：我為什麼下這個指令？這個參數讓我多知道什麼？下一步依據什麼決定？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不要把一串指令當咒語貼上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每次只新增一個觀察角度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輸出要保存成紀錄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能用 diff / grep 比較差異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verify.sh 是最後驗收，不是第一步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# Example training rhythm
question='誰在執行服務？'
systemctl show report-app -p User -p Group
question='服務有沒有錯誤？'
journalctl -u report-app --since '10 min ago' | grep -iE 'error|fail|denied'
question='修改前後差異？'
diff -u before.txt after.txt ||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Training Phase Deck</dc:title>
  <dc:subject>Linux Training</dc:subject>
  <dc:creator>OpenAI</dc:creator>
  <cp:lastModifiedBy>OpenAI</cp:lastModifiedBy>
  <cp:revision>1</cp:revision>
  <dcterms:created xsi:type="dcterms:W3CDTF">2026-09-12T18:16:33Z</dcterms:created>
  <dcterms:modified xsi:type="dcterms:W3CDTF">2026-09-12T18:16:33Z</dcterms:modified>
</cp:coreProperties>
</file>