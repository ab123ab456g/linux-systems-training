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Phase 1｜接手正常系統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B6B7E"/>
                </a:solidFill>
                <a:latin typeface="Arial"/>
              </a:rPr>
              <a:t>Observe / Operate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目標：形成可教、可練、可驗證、可回復的 Linux 操作流程。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1/60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本次大綱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故事背景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指令組合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Lab / Scenario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/ Rollback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交付物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看懂陌生 Linux 主機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能安全做基本變更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能驗證與恢復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能填寫系統巡檢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教學節奏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先給場景，再給指令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先讀狀態，再做變更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每一段都要 verify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最後必須 rollback/reset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安全邊界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危險操作優先在 runtime sandbox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真實 user/systemd/firewall 需明確確認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每次變更前先保存 before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資料與檔案位置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phase*/labs 或 phase*/scenarios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common/report-app 與 common/report-worker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runtime/ 保存訓練狀態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tests/ 驗證腳本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Workflow 主流程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Observe / Operate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7/60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123444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7088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93392" y="2194560"/>
            <a:ext cx="123444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Read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94560"/>
            <a:ext cx="123444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Operate Safely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1456" y="2194560"/>
            <a:ext cx="123444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3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94560"/>
            <a:ext cx="123444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Rollback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194560"/>
            <a:ext cx="1234440" cy="7315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Submit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03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每一步都要留下可驗證證據；失敗要能 rollback/reset。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系統故事與服務關係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8/60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19456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Linux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63040"/>
            <a:ext cx="228600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App :8080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463040"/>
            <a:ext cx="2286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Worker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108960"/>
            <a:ext cx="292608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 / Logs / Config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108960"/>
            <a:ext cx="246888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Scripts /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同一套 Report 系統從接手、故障、建置、維運、恢復、效能、安全一路延伸。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核心指令地圖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9/60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whoami id groups sudo -l
who w users last
uname hostnamectl /etc/os-release
lscpu lsmem lspci lsusb
lsblk blkid findmnt
df -h df -i du stat
ip addr ip link ip route
resolvectl dig nslookup ping curl
ps pgrep pstree top
systemctl status list-units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完成標準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能說明目前狀態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能指出風險與下一步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能完成操作與驗證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能回復到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能留下報告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Identity /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場景：Identity / sudo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Identity / sudo
whoami id groups sudo -l
# record evidence
echo result &gt;&gt; runtime/reports/...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Identity / sudo：指令與驗證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whoami id groups sudo -l
./verify.sh
./rollback.sh  # if needed
./reset.sh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Session /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場景：Session / login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Session / login
who w users last
# record evidence
echo result &gt;&gt; runtime/reports/...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Session / login：指令與驗證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who w users last
./verify.sh
./rollback.sh  # if needed
./reset.sh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OS /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場景：OS / kernel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OS / kernel
uname hostnamectl /etc/os-release
# record evidence
echo result &gt;&gt; runtime/reports/...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OS / kernel：指令與驗證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uname hostnamectl /etc/os-release
./verify.sh
./rollback.sh  # if needed
./reset.sh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Hardware /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場景：Hardware / GPU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Hardware / GPU
lscpu lsmem lspci lsusb
# record evidence
echo result &gt;&gt; runtime/reports/...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Hardware / GPU：指令與驗證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lscpu lsmem lspci lsusb
./verify.sh
./rollback.sh  # if needed
./reset.sh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Disk /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19/60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場景：Disk / mount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Disk / mount
lsblk blkid findmnt
# record evidence
echo result &gt;&gt; runtime/reports/...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Disk / mount：指令與驗證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lsblk blkid findmnt
./verify.sh
./rollback.sh  # if needed
./reset.sh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Filesystem /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場景：Filesystem / capacity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Filesystem / capacity
df -h df -i du stat
# record evidence
echo result &gt;&gt; runtime/reports/...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Filesystem / capacity：指令與驗證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df -h df -i du stat
./verify.sh
./rollback.sh  # if needed
./reset.sh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Network /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場景：Network / route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Network / route
ip addr ip link ip route
# record evidence
echo result &gt;&gt; runtime/reports/...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Network / route：指令與驗證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ip addr ip link ip route
./verify.sh
./rollback.sh  # if needed
./reset.sh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 /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場景：DNS / connectivity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DNS / connectivity
resolvectl dig nslookup ping curl
# record evidence
echo result &gt;&gt; runtime/reports/...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 / connectivity：指令與驗證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resolvectl dig nslookup ping curl
./verify.sh
./rollback.sh  # if needed
./reset.sh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場景：Process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Process
ps pgrep pstree top
# record evidence
echo result &gt;&gt; runtime/reports/...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Process：指令與驗證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ps pgrep pstree top
./verify.sh
./rollback.sh  # if needed
./reset.sh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systemd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29/60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場景：systemd service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systemd service
systemctl status list-units
# record evidence
echo result &gt;&gt; runtime/reports/...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systemd service：指令與驗證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status list-units
./verify.sh
./rollback.sh  # if needed
./reset.sh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/ socket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場景：Port / socket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Port / socket
ss -tulpn curl nc
# record evidence
echo result &gt;&gt; runtime/reports/...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/ socket：指令與驗證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ss -tulpn curl nc
./verify.sh
./rollback.sh  # if needed
./reset.sh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場景：Resource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Resource
top free vmstat iostat
# record evidence
echo result &gt;&gt; runtime/reports/...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Resource：指令與驗證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top free vmstat iostat
./verify.sh
./rollback.sh  # if needed
./reset.sh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場景：Log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Log
journalctl dmesg tail
# record evidence
echo result &gt;&gt; runtime/reports/...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journalctl dmesg tail
./verify.sh
./rollback.sh  # if needed
./reset.sh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場景：Package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Package
apt list dpkg -l apt policy
# record evidence
echo result &gt;&gt; runtime/reports/...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apt list dpkg -l apt policy
./verify.sh
./rollback.sh  # if needed
./reset.sh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39/60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場景：Schedule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Schedule
crontab -l systemctl list-timers
# record evidence
echo result &gt;&gt; runtime/reports/...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Schedule：指令與驗證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crontab -l systemctl list-timers
./verify.sh
./rollback.sh  # if needed
./reset.sh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Shell / env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場景：Shell / env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Shell / env
env printenv echo $SHELL
# record evidence
echo result &gt;&gt; runtime/reports/...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Shell / env：指令與驗證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env printenv echo $SHELL
./verify.sh
./rollback.sh  # if needed
./reset.sh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Security / firewall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場景：Security / firewall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Security / firewall
ufw status nft list ruleset
# record evidence
echo result &gt;&gt; runtime/reports/...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Security / firewall：指令與驗證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ufw status nft list ruleset
./verify.sh
./rollback.sh  # if needed
./reset.sh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Report App 驗收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場景：Report App 驗收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Report App 驗收
curl /health POST /reports
# record evidence
echo result &gt;&gt; runtime/reports/...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Report App 驗收：指令與驗證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curl /health POST /reports
./verify.sh
./rollback.sh  # if needed
./reset.sh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Identity /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場景：Identity / sudo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Identity / sudo
whoami id groups sudo -l
# record evidence
echo result &gt;&gt; runtime/reports/...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Identity / sudo：指令與驗證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whoami id groups sudo -l
./verify.sh
./rollback.sh  # if needed
./reset.sh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Session /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49/60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場景：Session / login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Session / login
who w users last
# record evidence
echo result &gt;&gt; runtime/reports/...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Session / login：指令與驗證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who w users last
./verify.sh
./rollback.sh  # if needed
./reset.sh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Lab 操作規則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每次先跑 prepare /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學生自己下指令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verify.sh 只驗結果，不替學生操作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reset.sh 回到可重練狀態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常見錯誤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只看一個指標就下結論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沒有保存 before state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修完沒有做功能驗證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 沒有實際測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教師檢查點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能解釋輸出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能說明下一步判斷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能區分症狀與原因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能完成紀錄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學生交付物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指令紀錄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狀態截圖/文字輸出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rollback/reset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最終報告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與前後 Phase 的關係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1 是整套主幹的一層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前面能力會被重複使用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後面 Phase 會增加範圍與複雜度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給一個未知狀態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要求學生列出觀察順序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要求說明每一步為何需要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給一個變更需求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要求學生寫 plan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要求列出 verify/rollback 條件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給一個錯誤結果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要求學生判斷要診斷、回復或重做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 Phase 總結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59/60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接手一台已正常運作的 Report App Server，建立 baseline，完成巡檢報告。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核心不是背指令，而是形成可驗證流程。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接手正常系統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1 · 60/60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進入下一個 Phase 前，先確認本 Phase 能獨立完成。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