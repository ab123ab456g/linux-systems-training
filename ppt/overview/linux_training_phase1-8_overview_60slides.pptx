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Linux Training Phase 1～8 總覽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從單機接手到基礎設施維運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接手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0824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93976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93976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診斷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1568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建置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55464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變更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恢復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16952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效能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24544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97696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安全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305288" y="3200400"/>
            <a:ext cx="130759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78440" y="32735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78440" y="3529584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基礎設施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整體故事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同一套 Report Platform 持續演進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每個 Phase 都用真實 Linux 操作語言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每個實驗都要有環境、紀錄、實作、驗證、回復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共通教學骨架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Environment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Machine Record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Baseline / Inventory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Prepare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Operation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Verify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After Record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Rollback / Reset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為什麼不能只貼指令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學生不知道機器狀態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不知道指令目的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不知道成功標準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不知道錯了怎麼回來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Machine Record 的價值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建立 before state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讓 after 可比較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支援 rollback 判斷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累積維運證據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Lab Script 定義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prepare：建立素材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verify：自動驗收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rollback：回 change 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reset：回 lab 初始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Report Platform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7/60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Report App :8080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Report Worker + timer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/opt /etc /data /var/log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所有 Phase 都沿用同一主線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風險分層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8/60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低風險：read / inventory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中風險：sandbox change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高風險：systemd/firewall/user/mount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需 teacher mode / dry-run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學生交付物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9/60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records/ before-after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command evidence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verify log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rollback/reset log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phase report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完成後能力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總覽教學邏輯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10/60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看懂 Linux 主機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修復故障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部署服務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安全變更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災難恢復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效能容量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安全收斂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基礎設施維運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1｜接手正常系統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正常巡檢與安全操作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11/60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你拿到一台已正常運作的 Linux Server，上面跑著 Report App。目標是先看懂機器、做安全操作、留下完整紀錄。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12/60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登入、身分與權限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Session 與登入紀錄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OS / Kernel / Hardware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Disk / Mount / Filesystem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Network / DNS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Process / Service / 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Resource / Log /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Schedule / Environment / Security / Report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~/linux-training-records/phase1/labXX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uname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blkid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1｜驗收標準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2｜故障診斷與修復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Fault → Detect → Inspect → Isolate →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17/60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同一台 Report App 主機被注入故障。學生不能看答案，要從症狀、log、狀態差異找 root cause。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2｜主要模組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18/60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故障前 Baseline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Permission / User 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Storage / Filesystem 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Network / DNS 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Process / Service 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Port / Resource 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Package / Schedule / Env 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Firewall / Final Recovery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2｜必須先記錄什麼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~/linux-training-records/phase2/labXX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2｜進入實驗的順序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2｜代表指令組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./setup.sh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./baseline.sh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 reportapp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 -l /data/report-app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findmnt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link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2｜驗收標準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3｜建置與擴充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新增 Report Worker，不破壞 Report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23/60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既有 Report App 正常運作，現在要新增 report-worker.service、timer、env、storage、log，並驗證原服務未受影響。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24/60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Deployment Plan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User / Directory / Permission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Package / Artifact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Storage / Network / DNS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systemd 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Timer / Environment /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Port / Firewall / Health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Recovery / Final Handoff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~/linux-training-records/phase3/labXX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useradd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groupadd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apt 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python3 --version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findmnt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-h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3｜驗收標準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4｜日常維運與變更管理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Controlled Change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29/60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Report App / Worker 已上線。現在要安全做套件更新、版本更新、設定變更、備份、恢復與 post-change monitor。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30/60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Change Request 與 Before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Package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App Release / Rollout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Config / Env / Permission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Service / Port / Firewall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Network / DNS / Schedule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Log / Disk / Backup / Restore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Credential / Restart / Monitor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~/linux-training-records/phase4/labXX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./baseline.sh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dpkg -l | grep report-helper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apt policy report-helper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 -l releases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ln -sfn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grep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4｜驗收標準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5｜備份還原與災難恢復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Recovery / DR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35/60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系統發生資料遺失或服務毀損。目標不是單點修 bug，而是選恢復點、保護現況、還原、驗證一致性、切回正式流量。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5｜主要模組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36/60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Assess Incident Scope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Select Backup / Integrity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Protect Current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File / Directory / Config Restore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Database / Application Restore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systemd / Permission / Schedule Restore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Disk / Network / Rebuild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Consistency / Traffic / New Recovery Point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5｜必須先記錄什麼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~/linux-training-records/phase5/labXX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5｜進入實驗的順序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5｜代表指令組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backups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rsync --list-only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tar -czf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rsync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5｜驗收標準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6｜效能分析與容量規劃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Baseline → Measure → Isolate → Tune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41/60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系統沒有壞，但開始變慢或容量逼近上限。目標是用數據找瓶頸、調整、比較 before/after、預估擴容。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6｜主要模組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42/60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Performance Baseline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CPU / Process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RAM / Swap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Disk Usage / I/O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Network / Response 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Thread / FD / Socket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Tuning / Stress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Capacity / Scale Decision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6｜必須先記錄什麼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43/60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~/linux-training-records/phase6/labXX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6｜進入實驗的順序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44/60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6｜代表指令組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lscpu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uptime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mpstat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vmstat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free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 /proc/meminfo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-h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-i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6｜驗收標準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7｜安全性檢查與暴露面管理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Inventory → Assess → Harden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47/60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系統正常但不代表安全。目標是盤點帳號、權限、Port、Service、SSH、Secret，再安全收斂暴露面。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7｜主要模組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48/60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Security Inventory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sudo / Users / Groups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File Permission / SUID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SSH Hardening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Port / Service / Interface / Firewall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Security Updates / Auth Logs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Service User / Secrets / Keys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Hardening Verification /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7｜必須先記錄什麼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~/linux-training-records/phase7/labXX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7｜進入實驗的順序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50/60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7｜代表指令組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51/60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getent group sudo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visudo -c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 -perm -0002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 -perm /6000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sshd -T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 /etc/ssh/sshd_config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7｜驗收標準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52/60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8｜進階系統管理與基礎設施維運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Automation / Multi-host / IaC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53/60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103327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從單機操作擴展為自動化、多機、容器、進階 storage/network、專門服務與 IaC desired state。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本階段不是孤立主題，而是延續前一階段的系統狀態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每個 Lab 都按照：環境 → 紀錄 → 操作 → 驗證 → 回復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8｜主要模組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8 個教學段落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54/60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042416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Automation / Scheduling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Account Governance / Remote Multi-host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Data Migration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Release / Rollout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Boot / Shutdown Dependency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Container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Advanced Storage / Network / Kernel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• Specialized Services / IaC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8｜必須先記錄什麼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Machine Record /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55/60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417320"/>
            <a:ext cx="10021824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~/linux-training-records/phase8/labXX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hostnamectl &gt; records/host.txt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whoami; id; groups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ip addr; ip route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lsblk -f; df -h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--failed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 -tulpn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8｜進入實驗的順序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不要先丟 verify/rollback/reset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56/60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說明情境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510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4825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記錄 before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inventory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manual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71232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78824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after/diff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59568" y="2011680"/>
            <a:ext cx="1307592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0848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234086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8｜代表指令組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不是背單字，而是決策流程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57/60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47556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325880"/>
            <a:ext cx="508406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crontab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systemctl list-timers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du -sh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rsync -aHAX --dry-run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tar -tf artifact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sha256sum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46634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每一組指令都要能回答「我現在看到什麼？」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下一步操作必須由觀察結果決定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• verify.sh 只做自動化驗收，不取代理解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Phase 8｜驗收標準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可教、可練、可回復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58/60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項目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4297680" cy="587829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1463040"/>
            <a:ext cx="4242816" cy="496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狀態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環境說明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2005149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41725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before record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2592977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629553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手動操作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3180806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3217382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after/diff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3768634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805210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537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verify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4356463"/>
            <a:ext cx="4297680" cy="587829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4393039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rollback/reset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4944291"/>
            <a:ext cx="4297680" cy="587829"/>
          </a:xfrm>
          <a:prstGeom prst="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980867"/>
            <a:ext cx="4224528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</a:rPr>
              <a:t>✅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整套課程的主循環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所有 Phase 都遵守同一個維運節奏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59/60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Observe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06524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9676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79676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Record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3732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6884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86884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Prepare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Change/Fault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20940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4092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94092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Verify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24544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97696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328148" y="2194560"/>
            <a:ext cx="13304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01300" y="2267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01300" y="2523744"/>
            <a:ext cx="11841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Rollback/Reset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137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總覽完成標準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0352" y="9418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540 頁不是重點，能照流程操作才是重點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01400" y="65105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60/60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100584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每一份 Phase PPT 都是 60 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每個 Lab 都要先說明環境，再進實驗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指令要附目的、輸出判斷、驗證方式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最後交付 records 與 report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新增章節：常用指令族與情境搭配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這些頁面專門補「同一個指令的常用參數族」與實際場景搭配，不再只列主流程。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先看問題，再選指令變形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每個指令族要知道輸出代表什麼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grep/sed/awk/diff 形成操作證據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最後才進入 verify / rollback /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ACC15"/>
                </a:solidFill>
                <a:latin typeface="Microsoft JhengHei"/>
              </a:rPr>
              <a:t>操作邏輯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1. 先問要確認什麼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2. 下最小必要指令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3. 看輸出再決定下一步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4. 記錄 before/after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5. verify，不對就 rollback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Microsoft JhengHei"/>
              </a:rPr>
              <a:t>新增內容：command family / option variants / scenario usage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指令族：id / groups / getent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身份不是只看 whoami，而是拆 UID / GID / supplementary groups。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whoami：目前有效使用者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id：完整身份資訊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-u：只看 UID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-g：primary GID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-G：所有群組 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id -nG：所有群組名稱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getent passwd/group：從系統資料庫查帳號與群組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whoami
id
id -u
id -g
id -G
id -nG
getent passwd reportapp
getent group report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指令族：ls / stat /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檔案狀態要分清楚存在、類型、owner、mode、時間與搜尋條件。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-l：看檔案類型、owner、group、mode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 -la：包含 hidden files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stat：精準看 inode / mode / time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-type f/d/l：依類型找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-name：依名稱找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-perm：找權限異常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-mtime/-size：找時間與大小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 -la /data/report-app
stat /etc/report-app/report-app.env
find /data/report-app -type f -name '*.json'
find /data/report-app -perm -002
find /var/log -type f -size +100M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grep 不是只搜尋文字，而是從大量輸出中縮小範圍。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PATTERN file：基本搜尋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-i：忽略大小寫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-n：顯示行號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-v：排除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-E：OR / extended regex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grep -A/-B/-C：帶前後文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pipe：從 command output 篩選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| grep -i error
systemctl list-units | grep report
ss -tulpn | grep ':8080'
grep -nE 'error|fail|denied' app.log
grep -C 3 'Permission denied' app.log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指令族：sed / awk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sed 處理行內替換，awk 處理欄位與報表。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-n：只印指定行/符合行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s/old/new/：替換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sed -i.bak：原地改並留備份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{print $1}：取欄位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awk 條件：依欄位過濾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搭配 sort/uniq：產生統計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sed -n '1,80p' /etc/report-app/report-app.env
sed -i.bak 's/PORT=8080/PORT=8081/' app.env
awk '{print $1,$2,$3}' access.log
awk '$9 &gt;= 500 {print}' access.log
awk '{count[$1]++} END {for (k in count) print k,count[k]}' access.log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指令族：systemctl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systemd 要看 unit 狀態、設定來源、是否開機啟動與相依關係。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status：目前狀態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is-active：給腳本判斷 active/inactive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is-enabled：是否開機啟動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cat：看 unit 原始內容與 drop-in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show：看展開後屬性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list-dependencies：看相依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daemon-reload：unit 改完重讀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systemctl status report-app
systemctl is-active report-app
systemctl is-enabled report-app
systemctl cat report-app
systemctl show report-app -p User -p Group -p ExecStart
systemctl list-dependencies report-app
sudo systemctl daemon-reload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指令族：journalctl / dmesg /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Log 要用時間、unit、priority、PID、keyword 縮小。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-u：指定 service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-p err：只看錯誤等級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--since：用時間範圍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journalctl -f：即時追蹤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dmesg：kernel/device log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tail -f：檔案 log 即時追蹤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journalctl -u report-app --since '10 min ago'
journalctl -u report-app -p warning..alert
journalctl -xe
journalctl -f -u report-worker
dmesg | tail -n 50
tail -f /var/log/report-app/report-app.log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指令族：ip / ss / curl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Network 要從 interface、route、socket、HTTP 分層看。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addr：IP 與 interface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link：link up/down 與統計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route：路由表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ip route get：查單一目的地怎麼走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-tulpn：誰在 listen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ss -s：socket 摘要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curl -v/-w：拆 HTTP 連線時間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ip addr
ip link show
ip route
ip route get 8.8.8.8
ss -tulpn
ss -s
curl -v http://127.0.0.1:8080/health
curl -w 'total=%{time_total}
' -o /dev/null -s http://127.0.0.1:8080/health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指令族：df / du / lsblk / findmnt / blkid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Storage 要分 device、filesystem、mount point、容量與 inode。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lsblk -f：device + FS + mount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blkid：UUID/LABEL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findmnt：實際掛載關係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-h：容量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df -i：inode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du -xhd1：找大目錄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mount/umount：掛載與卸載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lsblk -f
blkid
findmnt /data/report-app
df -h
df -i
du -xhd1 /data/report-app
mount | grep /data
sudo umount /mnt/lab-disk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指令族：ps / pgrep / top / lsof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Process 要找 PID、command、資源、open files、socket。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 aux：全 process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pgrep -a：依名稱找 PID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pstree：看父子關係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top：即時資源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-p：某 PID 開了什麼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lsof -i :PORT：誰占 port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/proc/PID：底層狀態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ps aux | grep report
pgrep -a report-worker
pstree -ap | grep report
top
lsof -p 1234
lsof -i :8080
ls /proc/1234/fd | wc -l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指令族：tar / rsync / diff / checksum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Backup/restore/migration 一定要驗證內容一致性。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-tf：先看壓縮檔內容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tar -xf：解出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-a：保留屬性同步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rsync --dry-run：先預演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diff -r：比較目錄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sha256sum：檢查檔案一致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find + sort + checksum：做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tar -tf backup.tar.gz | head
tar -xf backup.tar.gz -C restore/
rsync -a --dry-run src/ dst/
rsync -a src/ dst/
diff -r src/ dst/
sha256sum report-001.json
find data -type f -print0 | sort -z | xargs -0 sha256sum &gt; manifest.txt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指令族在 Phase 1～8 的角色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同一個指令會隨 Phase 變成不同用途。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1：read / baseline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2：detect / isolate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3：create / configure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4：change / rollback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5：restore / failback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6：measure / tune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7：inventory / harden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Phase 8：automate / multi-host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ACC15"/>
                </a:solidFill>
                <a:latin typeface="Microsoft JhengHei"/>
              </a:rPr>
              <a:t>操作邏輯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1. 先問要確認什麼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2. 下最小必要指令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3. 看輸出再決定下一步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4. 記錄 before/after</a:t>
            </a:r>
          </a:p>
          <a:p>
            <a:pPr/>
            <a:r>
              <a:rPr sz="1800">
                <a:solidFill>
                  <a:srgbClr val="CBD5E1"/>
                </a:solidFill>
                <a:latin typeface="Microsoft JhengHei"/>
              </a:rPr>
              <a:t>5. verify，不對就 rollback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Machine Record 才能讓指令有意義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不是貼指令，而是留下 before / after / diff。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Before：改之前的證據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Change：做了什麼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After：改完長怎樣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Diff：差異在哪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Verify：是否達到目的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Rollback：失敗如何回去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mkdir -p records/phaseX-labY
systemctl status report-app &gt; records/before-service.txt
# change ...
systemctl status report-app &gt; records/after-service.txt
diff -u records/before-service.txt records/after-service.txt || true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Microsoft JhengHei"/>
              </a:rPr>
              <a:t>Overview｜常用指令族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1F5F9"/>
                </a:solidFill>
                <a:latin typeface="Microsoft JhengHei"/>
              </a:rPr>
              <a:t>練習方式：一頁一個指令族，一次只解一個問題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BD5E1"/>
                </a:solidFill>
                <a:latin typeface="Microsoft JhengHei"/>
              </a:rPr>
              <a:t>學生要能回答：我為什麼下這個指令？這個參數讓我多知道什麼？下一步依據什麼決定？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不要把一串指令當咒語貼上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每次只新增一個觀察角度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輸出要保存成紀錄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能用 diff / grep 比較差異</a:t>
            </a:r>
          </a:p>
          <a:p>
            <a:pPr/>
            <a:r>
              <a:rPr sz="1700">
                <a:solidFill>
                  <a:srgbClr val="F1F5F9"/>
                </a:solidFill>
                <a:latin typeface="Microsoft JhengHei"/>
              </a:rPr>
              <a:t>• verify.sh 是最後驗收，不是第一步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5486400" cy="42976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tIns="109728"/>
          <a:lstStyle/>
          <a:p>
            <a:pPr algn="ctr"/>
            <a:r>
              <a:rPr sz="1400">
                <a:solidFill>
                  <a:srgbClr val="E2E8F0"/>
                </a:solidFill>
                <a:latin typeface="Consolas"/>
              </a:rPr>
              <a:t># Example training rhythm
question='誰在執行服務？'
systemctl show report-app -p User -p Group
question='服務有沒有錯誤？'
journalctl -u report-app --since '10 min ago' | grep -iE 'error|fail|denied'
question='修改前後差異？'
diff -u before.txt after.txt ||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Training Phase Deck</dc:title>
  <dc:subject>Linux Training</dc:subject>
  <dc:creator>OpenAI</dc:creator>
  <cp:lastModifiedBy>OpenAI</cp:lastModifiedBy>
  <cp:revision>1</cp:revision>
  <dcterms:created xsi:type="dcterms:W3CDTF">2026-09-12T18:16:33Z</dcterms:created>
  <dcterms:modified xsi:type="dcterms:W3CDTF">2026-09-12T18:16:33Z</dcterms:modified>
</cp:coreProperties>
</file>