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</p:sldIdLst>
  <p:notesMasterIdLst>
    <p:notesMasterId r:id="rId1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notesMaster" Target="notesMasters/notesMaster1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heme" Target="theme/theme1.xml"/><Relationship Id="rId1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Linux Systems Training v2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Phase 1｜接手正常系統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正常巡檢、安全操作、完整紀錄與回復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Phase 1 目標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拿到一台正常運作的 Linux Server，先看懂，不急著改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 machine record，知道環境、身份、服務與風險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每次操作都留下 evidence，可回放、可檢查、可恢復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最後能輸出一份完整接手報告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課程地圖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Lab 00：使用方式與安全邊界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Chapter 1–7：18 個單一責任實驗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Chapter 8：Report App 接手與 Final Handoff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每個 Lab 後補當下會用到的 command family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一個 Lab 怎麼跑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phase1/labs/XX-name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./prepare.sh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../00-course-usage/record.sh before   # 或 common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依 README.md 手動操作 Linux 指令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./verify.sh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../00-course-usage/record.sh after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../00-course-usage/record.sh diff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./rollback.sh   # 需要回到變更前時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./reset.sh      # 要重練時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prepare 只準備素材，不取代手動操作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verify 只做最後檢查，不取代你的判斷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安全邊界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133856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30"/>
                </a:solidFill>
              </a:rPr>
              <a:t>可以做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使用 runtime sandbox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4048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使用測試帳號、測試網卡、測試 service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889504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所有變更前先記錄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374136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能回復才執行破壞性操作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133856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ECFDF3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417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30"/>
                </a:solidFill>
              </a:rPr>
              <a:t>不要做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不要直接改真實 production 設定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4048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不要用 chmod 777 逃避判斷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2889504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不要混用 rollback 與 reset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374136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不要用 sudo 解決所有問題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Repo / Runtime / Records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133856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30"/>
                </a:solidFill>
              </a:rPr>
              <a:t>資料夾角色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phase1/labs：實驗定義與 README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4048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common：共用腳本與 helper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889504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runtime：實驗中產生的暫時狀態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374136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records：學生留下的證據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133856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ECFDF3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417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30"/>
                </a:solidFill>
              </a:rPr>
              <a:t>不變式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Lab source 不存執行結果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4048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runtime 可刪、records 要保存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2889504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reset 只清自己的 sandbox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374136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Issue 只引用 evidence 與結論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prepare.sh / verify.sh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prepare.sh：建立實驗素材與初始狀態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verify.sh：檢查目前結果是否符合 Lab 目標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兩者都不是魔法：先知道它在做什麼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先用原生命令判斷，再跑腳本驗收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rollback.sh / reset.sh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rollback.sh：回到本次變更前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reset.sh：回到整個 Lab 初始狀態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兩者跑完後仍要重新讀取狀態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reset 必須有 runtime path 安全保護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Before / After / Diff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~/linux-training-records/phase1/labXX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hostnamectl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whoami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ip addr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ip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systemctl --failed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ss -tulpn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 &gt; before.txt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操作後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diff -u before.txt after.txt &gt; diff.txt || true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第一次手動做，後面改用 record.sh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diff 是證據，不是憑印象說有沒有改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Lab 00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完成一個 Lab 的標準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1155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1338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有 before record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85800" y="16824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09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700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能說明本 Lab 的目標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685800" y="224942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76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267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手動完成核心操作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85800" y="28163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用原生命令檢查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685800" y="33832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410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401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verify.sh 通過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172200" y="11155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11338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有 after record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6172200" y="16824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709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1700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有 diff.txt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172200" y="224942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276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2267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需要時能 rollback</a:t>
            </a:r>
            <a:endParaRPr lang="en-US" sz="1520" dirty="0"/>
          </a:p>
        </p:txBody>
      </p:sp>
      <p:sp>
        <p:nvSpPr>
          <p:cNvPr id="30" name="Shape 28"/>
          <p:cNvSpPr/>
          <p:nvPr/>
        </p:nvSpPr>
        <p:spPr>
          <a:xfrm>
            <a:off x="6172200" y="28163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reset 後能重練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172200" y="33832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410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3401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能寫 Issue/Report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1｜Identity / Login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01 Identity / Permission · Lab 02 Session / Login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01｜Identity / Permission：場景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確認我誰、在哪裡、能做什麼。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phase1/labs/01-identity-permission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~/linux-training-records/phase1/01/pwd.txt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~/linux-training-records/phase1/01/host.txt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~/linux-training-records/phase1/01/user.txt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~/linux-training-records/phase1/01/user.txt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passwd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判讀目前 UID/GID/group/sudo 權限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建立測試 group 與測試 user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把測試 user 加入測試 group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清除測試 user/group，確認無殘留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id/groups/getent 查測試帳號狀態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sudo -l 只用來判斷授權，不亂提權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清除後再次 getent，應找不到測試物件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records 中保存 before/after/diff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-nG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&lt;user&gt;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groups &lt;user&gt;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passwd &lt;user&gt;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group &lt;group&gt;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-l -U &lt;user&gt;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01｜延伸題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同一個使用者加入不同群組後，哪些命令能看出差異？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切換 shell 後，whoami 與 id 的結果是否一致？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沒有 sudo 時，這個 Lab 哪些部分只能讀，不能改？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02｜Session / Login：場景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確認目前誰正在使用主機，從哪裡登入，正在做什麼。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phase1/labs/02-session-login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~/linux-training-records/phase1/02/pwd.txt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~/linux-training-records/phase1/02/host.txt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~/linux-training-records/phase1/02/user.txt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~/linux-training-records/phase1/02/user.txt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last -n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lastlog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loginctl list-sessions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開第二個 terminal 或 SSH session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觀察 users/who/w 的輸出差異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記錄 tty、source、time 與 command 欄位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正常登出測試 session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測試 session 出現後，who/w 必須看得到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登出後，who/w 不應再看到該 session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last/lastlog 用來看歷史，不等同現在在線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不要任意 kill 正式 session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last -n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lastlog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loginctl list-sessions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02｜延伸題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開兩個 terminal，解釋 users / who / w 的差異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找出哪一欄表示來源 IP 或 tty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判斷 last 和 lastlog 各自適合查什麼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2｜System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03 OS / Kernel · Lab 04 Hardware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03｜OS / Kernel：場景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建立作業系統、核心與主機名稱 baseline。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phase1/labs/03-os-kernel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~/linux-training-records/phase1/03/pwd.txt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~/linux-training-records/phase1/03/host.txt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~/linux-training-records/phase1/03/user.txt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~/linux-training-records/phase1/03/user.txt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29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 /etc/os-release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sysctl vm.swappiness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保存 OS/kernel baseline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查主機名稱與發行版資訊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做安全的 hostname 或 sysctl sandbox 實驗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標示哪些項目不應任意修改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再次讀 hostnamectl/uname/os-release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確認暫時變更是否如預期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回復原 hostname/sysctl 值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after/diff 說明實際差異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set-hostname &lt;name&gt;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uname -r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 /etc/os-release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sysctl &lt;key&gt;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03｜延伸題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如果系統很舊，哪些欄位會影響 git/apt/package？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hostname 改動會影響哪些輸出？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kernel 與 distribution version 如何分開判斷？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04｜Hardware：場景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讀取 CPU/RAM/PCI/USB，並用虛擬裝置做安全實驗。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phase1/labs/04-hardware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~/linux-training-records/phase1/04/pwd.txt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~/linux-training-records/phase1/04/host.txt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~/linux-training-records/phase1/04/user.txt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~/linux-training-records/phase1/04/user.txt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lscpu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lsmem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lspci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lspci -k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lsusb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lsblk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dmesg | tail -n 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losetup -a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讀 CPU/RAM/PCI/USB/GPU baseline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 loop virtual device 當作硬體 sandbox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attach / detach image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確認不碰真實硬體裝置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lsblk/losetup 能看到測試裝置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detach 後測試裝置消失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dmesg 用來輔助觀察 kernel/device 訊息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 image 與 runtime 狀態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39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lscpu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lsmem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lspci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lspci -k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lsusb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lsblk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dmesg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losetup -a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04｜延伸題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說明真硬體與 virtual device 的差異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找出網卡、磁碟、USB 對應到哪些命令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為什麼 hardware Lab 不直接插拔真設備？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3｜Storage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05 Disk / Mount · Lab 06 Filesystem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05｜Disk / Mount：場景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確認資料碟、掛載點、容量與 mount 關係。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phase1/labs/05-disk-mount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~/linux-training-records/phase1/05/pwd.txt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~/linux-training-records/phase1/05/host.txt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~/linux-training-records/phase1/05/user.txt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~/linux-training-records/phase1/05/user.txt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lsblk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blkid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findmnt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findmnt /data/report-app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mount | grep /data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image 建立 loop disk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格式化成測試 filesystem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 mount point 並掛載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remount 或調整 mount options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卸載並清除 loop device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findmnt 確認掛載是否存在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df/lsblk 確認容量與 filesystem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卸載後 findmnt 應找不到 mount point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reset 後沒有 loop/mount 殘留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lsblk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lsblk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blkid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findmnt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du -xhd1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mkfs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05｜延伸題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找出一個掛載點背後的 device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比較 lsblk / blkid / findmnt 的角色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解釋為什麼 UUID/LABEL 比 device name 穩定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49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06｜Filesystem：場景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filesystem、inode、檔案狀態與目錄容量。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phase1/labs/06-filesystem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~/linux-training-records/phase1/06/pwd.txt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~/linux-training-records/phase1/06/host.txt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~/linux-training-records/phase1/06/user.txt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~/linux-training-records/phase1/06/user.txt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du -xhd1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 &lt;file&gt;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. -type 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. -perm -002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. -size +1M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在 sandbox filesystem 建立檔案與目錄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改檔案內容、權限、owner 或 timestamp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觀察 inode、容量、metadata 變化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清除測試檔案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stat 顯示 metadata 變化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df/du 區分 filesystem 與目錄用量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find 能找到符合條件的檔案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清除後再跑 find/du 比對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-type 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-type 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-perm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-mtime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-size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du -xhd1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06｜延伸題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建立幾個不同大小檔案，用 find 找出來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找出 world-writable 檔案並解釋風險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比較 df 和 du 為什麼可能不同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Chapter 3｜綜合題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從 image 建立 block device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格式化 filesystem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掛載到 mount point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建立檔案並觀察 inode/容量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卸載、清除、確認無殘留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4｜Network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07 Network · Lab 08 DNS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57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07｜Network：場景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NIC、IP、Route 與單一路徑判斷。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59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phase1/labs/07-network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~/linux-training-records/phase1/07/pwd.txt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~/linux-training-records/phase1/07/host.txt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~/linux-training-records/phase1/07/user.txt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~/linux-training-records/phase1/07/user.txt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addr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route get 1.1.1.1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 dummy NIC sandbox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設定 IP 並把 link 設為 up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新增測試 route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調整 link up/down 或 route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刪除測試 route 與 dummy NIC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ip addr show dummy0 能看到 IP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ip route 能看到測試 route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刪除後 dummy0 不應存在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不要改掉 default route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link show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addr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addr show &lt;if&gt;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route get &lt;ip&gt;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07｜延伸題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ip route get 判斷封包走哪張網卡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解釋 link down 與沒有 IP 的差異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為什麼實驗用 dummy NIC 比改 eth0 安全？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08｜DNS：場景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確認名稱解析流程，從 resolver 到 HTTP。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phase1/labs/08-dns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~/linux-training-records/phase1/08/pwd.txt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~/linux-training-records/phase1/08/host.txt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~/linux-training-records/phase1/08/user.txt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~/linux-training-records/phase1/08/user.txt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resolvectl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dig example.com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hosts example.com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-I http://127.0.0.1:8080/health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-v &lt;url&gt;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讀目前 DNS resolver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hosts sandbox 測試名稱解析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比對 dig 與 getent hosts 的差異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curl 確認應用層是否可達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69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hosts entry 出現後 getent hosts 應回傳指定 IP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 entry 後結果回復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DNS 正常不代表 HTTP 一定正常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保存 resolver 與 curl evidence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resolvectl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dig +short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hosts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grep nameserver /etc/resolv.conf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08｜延伸題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同一個 domain，dig 與 getent 結果何時可能不同？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DNS 成功但 curl 失敗，下一步查什麼？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如何證明問題在 DNS 而不是 route？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5｜Runtime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09 Process · Lab 10 Service · Lab 11 Port / Socket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72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09｜Process：場景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找到 PID、parent、command 與資源狀態。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phase1/labs/09-process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~/linux-training-records/phase1/09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~/linux-training-records/phase1/09/pwd.txt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~/linux-training-records/phase1/09/host.txt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~/linux-training-records/phase1/09/user.txt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~/linux-training-records/phase1/09/user.txt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 --sort=-%cpu |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pgrep -a sleep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pstree -ap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top -b -n1 |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/proc/&lt;PID&gt;/fd | wc -l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啟動測試 process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ps/pgrep/pstree 找到它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signal 暫停與繼續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nice/renice 調整優先度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結束測試 process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pgrep 必須能找到目標 process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STOP/CONT 後狀態可觀察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kill 後 pgrep 找不到目標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不要 kill 非測試 process</a:t>
            </a:r>
            <a:endParaRPr lang="en-US" sz="17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pgrep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pstree -ap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kill -STOP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kill -CONT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renice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/proc/&lt;PID&gt;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79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09｜延伸題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找出 Report App 的 PID 與 parent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解釋 process 名稱、command、PID 差異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/proc 看 process 打開的 FD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10｜Service：場景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理解 process 如何被 systemd 管理。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phase1/labs/10-service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~/linux-training-records/phase1/10/pwd.txt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~/linux-training-records/phase1/10/host.txt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~/linux-training-records/phase1/10/user.txt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~/linux-training-records/phase1/10/user.txt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status 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is-active 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is-enabled 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cat 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show report-app -p User -p Group -p ExecStart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-u report-app --since "10 min ago"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安裝 lab-demo.service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daemon-reload 後啟動服務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調整 ExecStart / Environment / Restart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停止、disable、移除 unit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Report App 不受影響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systemctl status 看到正確狀態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journalctl 能看到服務輸出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移除後 systemctl 找不到 lab service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Report App health 仍正常</a:t>
            </a:r>
            <a:endParaRPr lang="en-US" sz="17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is-active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is-enabled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cat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show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list-dependencies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daemon-reload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10｜延伸題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service 起不來時先看 status 還是 journal？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改 unit 檔後為什麼要 daemon-reload？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如何確認 service 用哪個 User/Group 執行？</a:t>
            </a:r>
            <a:endParaRPr lang="en-US" sz="1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11｜Port / Socket：場景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確認誰在 listen、哪個 port 可連線。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phase1/labs/11-port-socket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~/linux-training-records/phase1/11/pwd.txt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~/linux-training-records/phase1/11/host.txt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~/linux-training-records/phase1/11/user.txt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~/linux-training-records/phase1/11/user.txt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89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lsof -i :18080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-I http://127.0.0.1:18080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-w "total=%{time_total}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 -o /dev/null -s &lt;url&gt;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啟動 18080 listener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ss/lsof 找出 listener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改到另一個 port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停止 listener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curl 驗證 HTTP 可達性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ss 能看到 listener 與 PID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curl 成功代表應用層可回應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停止後 port 不應再 listen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避免使用 80/443/22 等高風險 port</a:t>
            </a:r>
            <a:endParaRPr lang="en-US" sz="17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lsof -i :PORT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python3 -m http.server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11｜延伸題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port 有 listen 但 curl 失敗時可能是什麼？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如何從 port 反查 process？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localhost 正常、外部不通可能是哪一層？</a:t>
            </a:r>
            <a:endParaRPr lang="en-US" sz="17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Chapter 5｜綜合題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找到 Report App 的 PID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從 PID 對應到 systemd service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從 service 找到 ExecStart / User / Group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ss 找到 8080 listener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curl 確認 /health</a:t>
            </a:r>
            <a:endParaRPr lang="en-US" sz="1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6｜Operations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12 Resource · Lab 13 Log · Lab 14 Package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95</a:t>
            </a:r>
            <a:endParaRPr lang="en-US" sz="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12｜Resource：場景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觀察 CPU、RAM、Disk workload 對系統狀態的影響。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phase1/labs/12-resource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~/linux-training-records/phase1/12/pwd.txt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~/linux-training-records/phase1/12/host.txt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~/linux-training-records/phase1/12/user.txt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~/linux-training-records/phase1/12/user.txt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top -b -n1 |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free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vmstat 1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 --sort=-%cpu |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 --sort=-%mem |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啟動 CPU workload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啟動 RAM 或 Disk sandbox workload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調整 workload 數量或 priority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停止 workload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比較 before/after resource state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ps/top 能看到資源消耗來源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停止後 vmstat/free 回到接近 baseline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Disk workload 不寫入危險位置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records 保存變化證據</a:t>
            </a:r>
            <a:endParaRPr lang="en-US" sz="17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free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vmstat 1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 --sort=-%cpu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aux --sort=-%mem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du -xhd1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renice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12｜延伸題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CPU 高和 load 高一定相同嗎？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free 的 available 和 used 如何解讀？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如何把 process 與資源尖峰連起來？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13｜Log：場景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從 log 找錯誤、時間與事件證據。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phase1/labs/13-log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~/linux-training-records/phase1/13/pwd.txt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~/linux-training-records/phase1/13/host.txt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~/linux-training-records/phase1/13/user.txt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~/linux-training-records/phase1/13/user.txt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-p err -n 30 --no-pager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-u report-app --since "10 min ago"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-xe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dmesg | tail -n 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tail -f /var/log/report-app/report-app.log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logger 產生測試 log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用時間、unit、priority 過濾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grep 找 keyword 與 context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 sandbox log 或標記結束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journalctl 能找到測試訊息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grep 能縮小到目標行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dmesg 用於 kernel/device，不是 app log 主來源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Issue 裡保留最小必要 log 摘要</a:t>
            </a:r>
            <a:endParaRPr lang="en-US" sz="17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--since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-xe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dmesg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tail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grep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grep -nE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grep -C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13｜延伸題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找出最近 10 分鐘 report-app 錯誤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用 grep -C 顯示錯誤上下文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解釋 journalctl、dmesg、tail 的分工</a:t>
            </a:r>
            <a:endParaRPr lang="en-US" sz="1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14｜Package：場景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runtime dependency、版本與安裝狀態。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phase1/labs/14-package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~/linux-training-records/phase1/14/pwd.txt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~/linux-training-records/phase1/14/host.txt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~/linux-training-records/phase1/14/user.txt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~/linux-training-records/phase1/14/user.txt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apt policy python3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apt policy &lt;package&gt;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dpkg -l | grep &lt;package&gt;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which &lt;command&gt;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&lt;command&gt; --version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使用本地 lab package，不依賴網路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安裝安全測試 package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切換或升級版本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移除 package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package state 恢復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dpkg -l 顯示安裝狀態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apt policy 顯示 candidate/installed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移除後 command 不應存在或回到原版本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不任意更新整個系統</a:t>
            </a:r>
            <a:endParaRPr lang="en-US" sz="17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apt 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apt install ./package.deb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apt remove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dpkg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dpkg -i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command --version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14｜延伸題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系統太舊導致 git clone 或 apt 慢時，先查哪些資訊？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package installed 和 command 可執行是否等價？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如何記錄 package 版本當 baseline？</a:t>
            </a:r>
            <a:endParaRPr lang="en-US" sz="17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7｜Automation / Security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15 Schedule · Lab 16 Environment · Lab 17 Security / Firewall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117</a:t>
            </a:r>
            <a:endParaRPr lang="en-US" sz="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15｜Schedule：場景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確認定時工作、timer、cron 與執行證據。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phase1/labs/15-schedule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~/linux-training-records/phase1/15/pwd.txt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~/linux-training-records/phase1/15/host.txt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~/linux-training-records/phase1/15/user.txt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~/linux-training-records/phase1/15/user.txt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crontab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list-timers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list-timers --all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status &lt;timer&gt;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-u &lt;service&gt;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建立測試 cron 或 systemd timer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調整執行頻率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job 真的產生 output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停止與移除 timer/job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list-timers 能看到測試 timer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output 檔案或 log 證明 job 有跑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清除後 timer 不再出現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不要修改正式排程</a:t>
            </a:r>
            <a:endParaRPr lang="en-US" sz="17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crontab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crontab -e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list-timers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status *.timer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enable --now *.timer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disable --now *.timer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15｜延伸題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cron 和 systemd timer 何時選哪個？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timer 存在但 job 沒跑，下一步查什麼？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如何證明排程真的有執行？</a:t>
            </a:r>
            <a:endParaRPr lang="en-US" sz="17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16｜Environment：場景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shell、PATH 與 service 的環境變數。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phase1/labs/16-environment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~/linux-training-records/phase1/16/pwd.txt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~/linux-training-records/phase1/16/host.txt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~/linux-training-records/phase1/16/user.txt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~/linux-training-records/phase1/16/user.txt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printenv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printenv LAB_VAR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echo $PATH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show report-app -p 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建立 LAB_VAR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修改 LAB_VAR 值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修改 sandbox PATH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unset 變數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比較 shell env 與 service env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129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printenv 顯示正確變數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unset 後變數消失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PATH 變更不能破壞基本命令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after/diff 留下差異</a:t>
            </a:r>
            <a:endParaRPr lang="en-US" sz="17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echo $PATH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show -p Environment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cat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16｜延伸題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為什麼互動 shell 有變數，service 卻沒有？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PATH 錯會造成什麼症狀？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如何把環境變數變更限制在 sandbox？</a:t>
            </a:r>
            <a:endParaRPr lang="en-US" sz="17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17｜Security / Firewall：場景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確認權限、暴露面與防火牆規則。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phase1/labs/17-security-firewall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~/linux-training-records/phase1/17/pwd.txt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~/linux-training-records/phase1/17/host.txt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~/linux-training-records/phase1/17/user.txt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~/linux-training-records/phase1/17/user.txt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getent group sudo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ufw status verbose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nft list ruleset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/data/report-app -perm -002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只針對 sandbox port 建規則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調整或移除測試 rule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檢查 world-writable 或危險權限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確認暴露面沒有增加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ufw/nft 能看到測試 rule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rule 移除後不再出現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ss 確認只有預期 port listen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不動 SSH / default policy</a:t>
            </a:r>
            <a:endParaRPr lang="en-US" sz="17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visudo -c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ufw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ufw allow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ufw delete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nft list ruleset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-perm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138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17｜延伸題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如何確認目前帳號能不能做管理操作？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port listen 和 firewall allow 是同一件事嗎？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發現 chmod 777 時要先查什麼？</a:t>
            </a:r>
            <a:endParaRPr lang="en-US" sz="17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A2B3"/>
                </a:solidFill>
              </a:rPr>
              <a:t>Phase 1 Chapter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Chapter 8｜Handoff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Lab 18 Report App / Final Report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2B3"/>
                </a:solidFill>
              </a:rPr>
              <a:t>場景 → 操作 → 檢查 → 回復 → 交付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</a:rPr>
              <a:t>139</a:t>
            </a:r>
            <a:endParaRPr lang="en-US" sz="8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18｜Report App / Final Report：場景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把所有單點觀察整合成可交付的系統接手報告。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先建立操作上下文，再做最小必要操作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所有輸出要保存到 records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最後檢查、比對、必要時回復</a:t>
            </a:r>
            <a:endParaRPr lang="en-US" sz="17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18｜初始狀態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phase1/labs/18-report-app-final-report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mkdir -p ~/linux-training-records/phase1/18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pwd &gt; ~/linux-training-records/phase1/18/pwd.txt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&gt; ~/linux-training-records/phase1/18/host.txt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&gt; ~/linux-training-records/phase1/18/user.txt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 &gt;&gt; ~/linux-training-records/phase1/18/user.txt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先知道在哪台機器、哪個目錄、用什麼身份</a:t>
            </a:r>
            <a:endParaRPr lang="en-US" sz="15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18｜核心指令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whoami &amp;&amp;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hostnamectl &amp;&amp; uname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lsblk -f &amp;&amp; 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 addr &amp;&amp; ip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status 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 -tulpn | grep :8080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-f http://127.0.0.1:8080/health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先用最少指令回答問題，再依輸出決定下一步</a:t>
            </a:r>
            <a:endParaRPr lang="en-US" sz="15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18｜實際練習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跑完整接手巡檢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確認 Report App health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收集 before/after/diff/verify 證據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整理風險與問題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" y="33375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36976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提交 report 或 GitHub Issue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PPT 不背指令咒語；每一步都要能說出目的與檢查方式</a:t>
            </a:r>
            <a:endParaRPr lang="en-US" sz="15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18｜檢查與回復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Report App health 必須正常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report 要能回放你的判斷依據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不只貼指令輸出，要有結論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reset 後仍可重新完成流程</a:t>
            </a:r>
            <a:endParaRPr lang="en-US" sz="17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18｜Command Family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healthcheck-all.sh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collect-system-state.sh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sha256sum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 -tf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rsync --dry-run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curl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systemctl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journalctl --since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這些是本 Lab 之後立即補充的參數族與常用組合</a:t>
            </a:r>
            <a:endParaRPr lang="en-US" sz="15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Lab 18｜延伸題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給另一個人接手你的 records，他能否重現你的判斷？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哪些問題必須列為風險而不是當場修？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如何決定 PASS / WARN / FAIL？</a:t>
            </a:r>
            <a:endParaRPr lang="en-US" sz="17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Chapter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Phase 1 完成標準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1155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1338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能說明目前主機身份與狀態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85800" y="16824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09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700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能看懂 OS / Hardware / Storage / Network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685800" y="224942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76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267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能找到 process / service / port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85800" y="28163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能觀察 resource、log、package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6172200" y="11155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11338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能處理 schedule、environment、firewall sandbox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172200" y="16824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709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17007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每個 Lab 有 records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6172200" y="224942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276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2267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能解釋 rollback/reset 差異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172200" y="28163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CFDF3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48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82230"/>
                </a:solidFill>
              </a:rPr>
              <a:t>能提交 final report</a:t>
            </a:r>
            <a:endParaRPr lang="en-US" sz="152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跨 Lab 工具｜sed / awk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sed -n "1,80p"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sed -i.bak "s/PORT=8080/PORT=8081/" app.env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awk '{print $1,$2,$3}' access.log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awk '$9 &gt;= 500 {print}' access.log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awk '{count[$1]++} END {for (k in count) print k,count[k]}' access.log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用於處理設定檔、log 欄位與簡單統計</a:t>
            </a:r>
            <a:endParaRPr lang="en-US" sz="15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149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跨 Lab 工具｜diff / checksum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diff -u before.txt after.txt ||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diff -r src/ dst/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sha256sum report-001.json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data -type f -print0 | sort -z | xargs -0 sha256sum &gt; manifest.txt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sha256sum -c manifest.txt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用於證明變更、備份內容與檔案一致性</a:t>
            </a:r>
            <a:endParaRPr lang="en-US" sz="15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150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跨 Lab 工具｜tar / rsync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0972800" cy="3108960"/>
          </a:xfrm>
          <a:prstGeom prst="roundRect">
            <a:avLst>
              <a:gd name="adj" fmla="val 1765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 -tf backup.tar.gz |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 -xf backup.tar.gz -C restore/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rsync -a --dry-run src/ dst/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rsync -a src/ dst/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rsync -a config/ app-01:/etc/report-app/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Phase 1 只建立概念，Phase 5 會完整做備份還原</a:t>
            </a:r>
            <a:endParaRPr lang="en-US" sz="15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151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Phase 1 Command 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133856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30"/>
                </a:solidFill>
              </a:rPr>
              <a:t>看到問題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我是誰 / 權限？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4048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誰在線上？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889504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磁碟 / 掛載？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374136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網路 / port？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858768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服務 / log？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效能 / package？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133856"/>
            <a:ext cx="5257800" cy="4983480"/>
          </a:xfrm>
          <a:prstGeom prst="roundRect">
            <a:avLst>
              <a:gd name="adj" fmla="val 1468"/>
            </a:avLst>
          </a:prstGeom>
          <a:solidFill>
            <a:srgbClr val="ECFDF3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417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30"/>
                </a:solidFill>
              </a:rPr>
              <a:t>先想到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20840" y="19202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whoami / id / sudo -l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2404872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users / who / w / last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2889504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lsblk / findmnt / df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374136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ip / ss / curl / dig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858768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systemctl / journalctl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434340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</a:rPr>
              <a:t>• top / free / vmstat / apt</a:t>
            </a:r>
            <a:endParaRPr lang="en-US" sz="15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152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30"/>
                </a:solidFill>
              </a:rPr>
              <a:t>下一階段：Phase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1556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Phase 1 建立 known-good baseline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174650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Phase 2 在相同物件上注入故障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" y="2276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流程變成：觀察症狀 → 定位 → 修復 → 檢查 → 回復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06624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</a:rPr>
              <a:t>Phase 1 的 records 會成為 Phase 2 的對照資料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623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30"/>
                </a:solidFill>
              </a:rPr>
              <a:t>沒有 Phase 1 的正常狀態，就無法做可靠的 troubleshooting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152</Slides>
  <Notes>152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接手正常系統 v2</dc:title>
  <dc:subject>Linux Systems Training Phase 1 v2</dc:subject>
  <dc:creator>OpenAI</dc:creator>
  <cp:lastModifiedBy>OpenAI</cp:lastModifiedBy>
  <cp:revision>1</cp:revision>
  <dcterms:created xsi:type="dcterms:W3CDTF">2026-09-13T22:26:39Z</dcterms:created>
  <dcterms:modified xsi:type="dcterms:W3CDTF">2026-09-13T22:26:39Z</dcterms:modified>
</cp:coreProperties>
</file>